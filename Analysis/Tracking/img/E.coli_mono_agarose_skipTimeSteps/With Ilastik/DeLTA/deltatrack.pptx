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07B16B-4381-4A4B-9219-867B64C51FD3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D40666-F4F6-4A2D-B0AD-3DEFBEF25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0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E8458-B27F-EF69-BBE1-2BCE8DB88B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A5822-4E3D-9687-18DE-4B832D041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95B81-62C4-D47F-E41A-6D8EF52B7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D9E3-A3D4-4A3F-A0DA-AFAB22CA8865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97475-86BF-E24C-4301-CE8BEF400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67293-5734-4486-D2E7-CA889CFEA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896F-CCBA-47EA-9265-41A8031B9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800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F00DA-524C-29F9-FB75-07A54B17D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09B05-4875-681D-8F46-92F78F25B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C51BA-F6EC-8374-78C1-962512546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D9E3-A3D4-4A3F-A0DA-AFAB22CA8865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60FCE-E6A7-036E-CB09-460D2344D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6FA34-DC78-4DA7-C036-CA1E33960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896F-CCBA-47EA-9265-41A8031B9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10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B9A49-EE1B-D306-9683-9229EBFEC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FD5D1-80A8-C0FC-F141-106056A07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51F62-3271-B954-9750-59E5E2F3E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D9E3-A3D4-4A3F-A0DA-AFAB22CA8865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8924C-748F-17CA-12CC-08DAF3DC6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A641C-BB85-B12F-D04E-AB6FE6095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896F-CCBA-47EA-9265-41A8031B9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27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E503C-77A8-281C-6E9F-E4793C60A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ED7E3-0892-65D0-8FB0-0CE52017BD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68DDFD-34DC-8FBF-CFBF-DF173D85A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41D40A-0965-F523-DB12-98BE0F7FD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D9E3-A3D4-4A3F-A0DA-AFAB22CA8865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FA0EA-D6E5-07A1-EDDC-F1F72083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E208D2-6C62-2BF5-9AE9-189E543D9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896F-CCBA-47EA-9265-41A8031B9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77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15B06-A2F0-D52F-5FB0-88AE92BFB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A23F6-8E03-D8ED-98EB-FC57AECB8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F1A069-DE36-2601-7ED3-F169AB531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7B6527-0F6A-A1DF-696A-A7BDB74DB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7DA24B-885E-8A32-E4A4-107A843886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13BC9E-2D5E-CDB2-4D95-A31A3793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D9E3-A3D4-4A3F-A0DA-AFAB22CA8865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52D127-BD1E-C60A-9512-F60BAFFF0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331CBE-4308-9460-4D59-FA0FDFBEC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896F-CCBA-47EA-9265-41A8031B9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283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937E6-784B-4B9F-DFB6-2ABA41024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FB0501-1308-FA19-7A2E-F9169234D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D9E3-A3D4-4A3F-A0DA-AFAB22CA8865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343E77-DD32-1AD7-EDF7-598F1C8EB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9F6613-EC4C-EB76-9D34-4A1F1526A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896F-CCBA-47EA-9265-41A8031B9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86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C97CC0-8D81-2718-BC8A-092F49BC3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D9E3-A3D4-4A3F-A0DA-AFAB22CA8865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6CC10-2747-310D-F31E-A266EC3EA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3B4A0-FB3E-BB02-0D79-641C6B727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896F-CCBA-47EA-9265-41A8031B9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903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9150E-7C4E-D7C6-B934-20358F97B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60360-3533-C263-C485-37C595BD3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F45558-F768-E590-F97C-B94C8874A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A2D55-6D19-8810-22EE-9BEA510D2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D9E3-A3D4-4A3F-A0DA-AFAB22CA8865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A41E5-4BE5-32E6-586F-52C5683CB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32639-8AC7-5788-271F-5F663B640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896F-CCBA-47EA-9265-41A8031B9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177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9830B-D70E-41BE-2CBA-313E11108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36093D-EF53-B6E9-B30D-BCDA7457B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572840-DADB-5583-9462-5D4F6C178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077FD-DD81-D9F3-28C5-3B3F32252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D9E3-A3D4-4A3F-A0DA-AFAB22CA8865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46CE5-5738-2118-156E-15FCEC431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E9B97-CB73-E1DC-5CBD-FD27CEF2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896F-CCBA-47EA-9265-41A8031B9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000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E34B5-180E-FD0F-D837-81BBDF03B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BB756B-3E82-DC63-80C6-1A94B0424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44B7F-93FC-18BB-29A5-C314AD2EB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D9E3-A3D4-4A3F-A0DA-AFAB22CA8865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1BC48-E620-92D3-9D47-ED56F4639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205B0-C66C-42BF-8E0A-C05CF15F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896F-CCBA-47EA-9265-41A8031B9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391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F0683E-6818-4403-FB6A-AF511100F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81DB8-E6C8-AC9D-C878-1CDC17E820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3C5B4-3429-C4CF-84D8-41834F395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D9E3-A3D4-4A3F-A0DA-AFAB22CA8865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79A40-6194-9075-2926-268F62E04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4A1B8-A2E5-DCB9-AA21-CFF7B0F53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896F-CCBA-47EA-9265-41A8031B9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331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190E4A-F955-191D-11B4-7EFA1DE81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F9C07-4310-EC1F-9269-E5BD8BAA1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CA7B0-C717-44C6-4A64-B2AC671074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8D9E3-A3D4-4A3F-A0DA-AFAB22CA8865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2F60E-B26A-5F6B-1F24-1792F6F34B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E5CE9-724A-3AAD-6527-0FD2B6152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2896F-CCBA-47EA-9265-41A8031B9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8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D00F5FFB-AC83-FFDC-1CC4-B38874797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95" y="1565525"/>
            <a:ext cx="3786386" cy="3726950"/>
          </a:xfrm>
          <a:prstGeom prst="rect">
            <a:avLst/>
          </a:prstGeom>
        </p:spPr>
      </p:pic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316C1783-40DA-ADA6-14BF-B8E90C0B2D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945" y="1542665"/>
            <a:ext cx="3864110" cy="3772670"/>
          </a:xfrm>
          <a:prstGeom prst="rect">
            <a:avLst/>
          </a:prstGeom>
        </p:spPr>
      </p:pic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0E7C3627-772C-D073-923D-CBA909161D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959" y="1590671"/>
            <a:ext cx="3847346" cy="3701804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B971D84-6E09-C609-B992-D59ECABBE4E7}"/>
              </a:ext>
            </a:extLst>
          </p:cNvPr>
          <p:cNvCxnSpPr/>
          <p:nvPr/>
        </p:nvCxnSpPr>
        <p:spPr>
          <a:xfrm>
            <a:off x="1494503" y="1936955"/>
            <a:ext cx="294968" cy="20647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6679FBA-40B0-BD17-7EBA-AD6B25DC268F}"/>
              </a:ext>
            </a:extLst>
          </p:cNvPr>
          <p:cNvCxnSpPr/>
          <p:nvPr/>
        </p:nvCxnSpPr>
        <p:spPr>
          <a:xfrm>
            <a:off x="2207341" y="2600632"/>
            <a:ext cx="294968" cy="20647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A25CB16-742E-6AC9-3B22-7D0112655245}"/>
              </a:ext>
            </a:extLst>
          </p:cNvPr>
          <p:cNvCxnSpPr/>
          <p:nvPr/>
        </p:nvCxnSpPr>
        <p:spPr>
          <a:xfrm>
            <a:off x="1641987" y="3193026"/>
            <a:ext cx="294968" cy="20647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BDB426F-B485-7081-677A-D81CB3EF3F56}"/>
              </a:ext>
            </a:extLst>
          </p:cNvPr>
          <p:cNvCxnSpPr>
            <a:cxnSpLocks/>
          </p:cNvCxnSpPr>
          <p:nvPr/>
        </p:nvCxnSpPr>
        <p:spPr>
          <a:xfrm flipH="1" flipV="1">
            <a:off x="2875935" y="2907890"/>
            <a:ext cx="358878" cy="28513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74AC32E-8D8B-17D5-0CB6-1278C0EABD3B}"/>
              </a:ext>
            </a:extLst>
          </p:cNvPr>
          <p:cNvCxnSpPr>
            <a:cxnSpLocks/>
          </p:cNvCxnSpPr>
          <p:nvPr/>
        </p:nvCxnSpPr>
        <p:spPr>
          <a:xfrm flipH="1" flipV="1">
            <a:off x="2759915" y="3299005"/>
            <a:ext cx="358878" cy="28513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81C5118-BFE4-71C3-01B1-1E08A1048C7E}"/>
              </a:ext>
            </a:extLst>
          </p:cNvPr>
          <p:cNvCxnSpPr>
            <a:cxnSpLocks/>
          </p:cNvCxnSpPr>
          <p:nvPr/>
        </p:nvCxnSpPr>
        <p:spPr>
          <a:xfrm flipV="1">
            <a:off x="2354825" y="3806986"/>
            <a:ext cx="280718" cy="24390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336454E-09FF-A3A1-BD5A-C5D39B9C8CD9}"/>
              </a:ext>
            </a:extLst>
          </p:cNvPr>
          <p:cNvSpPr txBox="1"/>
          <p:nvPr/>
        </p:nvSpPr>
        <p:spPr>
          <a:xfrm>
            <a:off x="629264" y="1783066"/>
            <a:ext cx="865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Label:70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A62B6D-FB9C-DF85-AD50-DD6C460613C5}"/>
              </a:ext>
            </a:extLst>
          </p:cNvPr>
          <p:cNvSpPr txBox="1"/>
          <p:nvPr/>
        </p:nvSpPr>
        <p:spPr>
          <a:xfrm>
            <a:off x="895719" y="3133796"/>
            <a:ext cx="865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Label:97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EFE3B0-BB96-6980-10C5-1ED82458DE93}"/>
              </a:ext>
            </a:extLst>
          </p:cNvPr>
          <p:cNvSpPr txBox="1"/>
          <p:nvPr/>
        </p:nvSpPr>
        <p:spPr>
          <a:xfrm>
            <a:off x="1637070" y="4038211"/>
            <a:ext cx="865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Label:99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688CE6-2D58-CB2B-715F-7B61E6B5C7B5}"/>
              </a:ext>
            </a:extLst>
          </p:cNvPr>
          <p:cNvSpPr txBox="1"/>
          <p:nvPr/>
        </p:nvSpPr>
        <p:spPr>
          <a:xfrm>
            <a:off x="1504335" y="2496702"/>
            <a:ext cx="865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Label:4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8E589D-887D-D115-8917-CB2FA09B1A17}"/>
              </a:ext>
            </a:extLst>
          </p:cNvPr>
          <p:cNvSpPr txBox="1"/>
          <p:nvPr/>
        </p:nvSpPr>
        <p:spPr>
          <a:xfrm>
            <a:off x="3123709" y="3136136"/>
            <a:ext cx="865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Label:3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CAF8E8-2EA5-2B19-BE90-2CFE5A10A342}"/>
              </a:ext>
            </a:extLst>
          </p:cNvPr>
          <p:cNvSpPr txBox="1"/>
          <p:nvPr/>
        </p:nvSpPr>
        <p:spPr>
          <a:xfrm>
            <a:off x="3077989" y="3585527"/>
            <a:ext cx="865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Label:98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A50B66B-458D-1357-1A29-A72A312FA9AD}"/>
              </a:ext>
            </a:extLst>
          </p:cNvPr>
          <p:cNvCxnSpPr>
            <a:cxnSpLocks/>
          </p:cNvCxnSpPr>
          <p:nvPr/>
        </p:nvCxnSpPr>
        <p:spPr>
          <a:xfrm flipV="1">
            <a:off x="5815282" y="3290276"/>
            <a:ext cx="280718" cy="24390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65D605A-2F64-897D-4CB8-E866B1287E48}"/>
              </a:ext>
            </a:extLst>
          </p:cNvPr>
          <p:cNvCxnSpPr>
            <a:cxnSpLocks/>
          </p:cNvCxnSpPr>
          <p:nvPr/>
        </p:nvCxnSpPr>
        <p:spPr>
          <a:xfrm flipV="1">
            <a:off x="6429799" y="3685033"/>
            <a:ext cx="280718" cy="24390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2C1F823-5474-EA8D-10AB-57B53C125B70}"/>
              </a:ext>
            </a:extLst>
          </p:cNvPr>
          <p:cNvCxnSpPr>
            <a:cxnSpLocks/>
          </p:cNvCxnSpPr>
          <p:nvPr/>
        </p:nvCxnSpPr>
        <p:spPr>
          <a:xfrm flipV="1">
            <a:off x="5290721" y="2626009"/>
            <a:ext cx="280718" cy="24390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42B08AC-80A2-AA94-CDA1-95A9CC4EA8C8}"/>
              </a:ext>
            </a:extLst>
          </p:cNvPr>
          <p:cNvCxnSpPr>
            <a:cxnSpLocks/>
          </p:cNvCxnSpPr>
          <p:nvPr/>
        </p:nvCxnSpPr>
        <p:spPr>
          <a:xfrm>
            <a:off x="5028959" y="2020528"/>
            <a:ext cx="503860" cy="12044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1C8D987-2B7D-68D7-432C-ED6735E4F568}"/>
              </a:ext>
            </a:extLst>
          </p:cNvPr>
          <p:cNvCxnSpPr>
            <a:cxnSpLocks/>
          </p:cNvCxnSpPr>
          <p:nvPr/>
        </p:nvCxnSpPr>
        <p:spPr>
          <a:xfrm>
            <a:off x="5592140" y="1722843"/>
            <a:ext cx="503860" cy="12044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B65474A-C446-6D60-8E46-8A1333772667}"/>
              </a:ext>
            </a:extLst>
          </p:cNvPr>
          <p:cNvCxnSpPr>
            <a:cxnSpLocks/>
          </p:cNvCxnSpPr>
          <p:nvPr/>
        </p:nvCxnSpPr>
        <p:spPr>
          <a:xfrm flipH="1" flipV="1">
            <a:off x="6710517" y="1774201"/>
            <a:ext cx="349044" cy="2315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81AEE13-A307-D28D-0FD2-53BCD0BBD3E8}"/>
              </a:ext>
            </a:extLst>
          </p:cNvPr>
          <p:cNvCxnSpPr>
            <a:cxnSpLocks/>
          </p:cNvCxnSpPr>
          <p:nvPr/>
        </p:nvCxnSpPr>
        <p:spPr>
          <a:xfrm flipH="1" flipV="1">
            <a:off x="7138221" y="2534800"/>
            <a:ext cx="349044" cy="2315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630974C-8E88-47E8-01DC-4B1F52C5C5F9}"/>
              </a:ext>
            </a:extLst>
          </p:cNvPr>
          <p:cNvCxnSpPr>
            <a:cxnSpLocks/>
          </p:cNvCxnSpPr>
          <p:nvPr/>
        </p:nvCxnSpPr>
        <p:spPr>
          <a:xfrm flipH="1" flipV="1">
            <a:off x="6978448" y="2792100"/>
            <a:ext cx="283365" cy="20806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CB94D65-C36D-1327-5AFC-719F1330C7A0}"/>
              </a:ext>
            </a:extLst>
          </p:cNvPr>
          <p:cNvCxnSpPr>
            <a:cxnSpLocks/>
          </p:cNvCxnSpPr>
          <p:nvPr/>
        </p:nvCxnSpPr>
        <p:spPr>
          <a:xfrm flipH="1" flipV="1">
            <a:off x="6803926" y="3128049"/>
            <a:ext cx="349044" cy="2315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954D5CD-9BF2-4D75-1585-256E1E67C328}"/>
              </a:ext>
            </a:extLst>
          </p:cNvPr>
          <p:cNvCxnSpPr>
            <a:cxnSpLocks/>
          </p:cNvCxnSpPr>
          <p:nvPr/>
        </p:nvCxnSpPr>
        <p:spPr>
          <a:xfrm flipH="1" flipV="1">
            <a:off x="6932713" y="3533078"/>
            <a:ext cx="349044" cy="2315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31A486D-4383-A7E5-A19E-2B641C1B3C11}"/>
              </a:ext>
            </a:extLst>
          </p:cNvPr>
          <p:cNvCxnSpPr>
            <a:cxnSpLocks/>
          </p:cNvCxnSpPr>
          <p:nvPr/>
        </p:nvCxnSpPr>
        <p:spPr>
          <a:xfrm>
            <a:off x="6272981" y="2555954"/>
            <a:ext cx="297177" cy="11579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818F12C-E69D-1363-0760-0270AF5A05E4}"/>
              </a:ext>
            </a:extLst>
          </p:cNvPr>
          <p:cNvSpPr txBox="1"/>
          <p:nvPr/>
        </p:nvSpPr>
        <p:spPr>
          <a:xfrm>
            <a:off x="5150122" y="3584141"/>
            <a:ext cx="865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Label:97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B13DAA-C988-B8B2-1AB5-AE371C63E218}"/>
              </a:ext>
            </a:extLst>
          </p:cNvPr>
          <p:cNvSpPr txBox="1"/>
          <p:nvPr/>
        </p:nvSpPr>
        <p:spPr>
          <a:xfrm>
            <a:off x="5812575" y="3941877"/>
            <a:ext cx="865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Label:99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060E3DA-37EE-D4E4-C6A8-04976F1D8EEE}"/>
              </a:ext>
            </a:extLst>
          </p:cNvPr>
          <p:cNvSpPr txBox="1"/>
          <p:nvPr/>
        </p:nvSpPr>
        <p:spPr>
          <a:xfrm>
            <a:off x="6816715" y="3838171"/>
            <a:ext cx="9802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Label:128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E6E4EE5-8168-109B-C28A-FFF8D8DE8B14}"/>
              </a:ext>
            </a:extLst>
          </p:cNvPr>
          <p:cNvSpPr txBox="1"/>
          <p:nvPr/>
        </p:nvSpPr>
        <p:spPr>
          <a:xfrm>
            <a:off x="4596339" y="2919874"/>
            <a:ext cx="10970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Label:121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91D0432-55B9-F670-26D1-BD1F756E1D57}"/>
              </a:ext>
            </a:extLst>
          </p:cNvPr>
          <p:cNvSpPr txBox="1"/>
          <p:nvPr/>
        </p:nvSpPr>
        <p:spPr>
          <a:xfrm>
            <a:off x="4496058" y="1769604"/>
            <a:ext cx="865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Label:70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29C2658-02BE-3DA5-3F5D-D23222260129}"/>
              </a:ext>
            </a:extLst>
          </p:cNvPr>
          <p:cNvSpPr txBox="1"/>
          <p:nvPr/>
        </p:nvSpPr>
        <p:spPr>
          <a:xfrm>
            <a:off x="4976656" y="1562802"/>
            <a:ext cx="1038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Label:120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B62F01F-5AE6-4355-F6D9-127A2EFF73CF}"/>
              </a:ext>
            </a:extLst>
          </p:cNvPr>
          <p:cNvSpPr txBox="1"/>
          <p:nvPr/>
        </p:nvSpPr>
        <p:spPr>
          <a:xfrm>
            <a:off x="6830705" y="1929540"/>
            <a:ext cx="1038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Label:119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DC7F50-11C7-B972-4318-B5AD5A0D1C01}"/>
              </a:ext>
            </a:extLst>
          </p:cNvPr>
          <p:cNvSpPr txBox="1"/>
          <p:nvPr/>
        </p:nvSpPr>
        <p:spPr>
          <a:xfrm>
            <a:off x="7228808" y="2585054"/>
            <a:ext cx="10387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Label:122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D9EACF0-AAAF-398E-7BA5-3C3CE09C56B2}"/>
              </a:ext>
            </a:extLst>
          </p:cNvPr>
          <p:cNvSpPr txBox="1"/>
          <p:nvPr/>
        </p:nvSpPr>
        <p:spPr>
          <a:xfrm>
            <a:off x="7112337" y="2954356"/>
            <a:ext cx="865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Label:3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6B539DB-5986-4084-1EDC-56C3A3325D33}"/>
              </a:ext>
            </a:extLst>
          </p:cNvPr>
          <p:cNvSpPr txBox="1"/>
          <p:nvPr/>
        </p:nvSpPr>
        <p:spPr>
          <a:xfrm>
            <a:off x="7103346" y="3265956"/>
            <a:ext cx="865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Label:98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9C5ECCF-E65C-209F-195F-3F5925D90D83}"/>
              </a:ext>
            </a:extLst>
          </p:cNvPr>
          <p:cNvSpPr txBox="1"/>
          <p:nvPr/>
        </p:nvSpPr>
        <p:spPr>
          <a:xfrm>
            <a:off x="9046665" y="3573733"/>
            <a:ext cx="865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Label:97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166636C-B252-C765-F61E-B97925F55FE5}"/>
              </a:ext>
            </a:extLst>
          </p:cNvPr>
          <p:cNvCxnSpPr>
            <a:cxnSpLocks/>
          </p:cNvCxnSpPr>
          <p:nvPr/>
        </p:nvCxnSpPr>
        <p:spPr>
          <a:xfrm flipV="1">
            <a:off x="9810633" y="3451780"/>
            <a:ext cx="280718" cy="24390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C05EFFB-C08D-DAD8-9161-B44746D727F3}"/>
              </a:ext>
            </a:extLst>
          </p:cNvPr>
          <p:cNvCxnSpPr>
            <a:cxnSpLocks/>
          </p:cNvCxnSpPr>
          <p:nvPr/>
        </p:nvCxnSpPr>
        <p:spPr>
          <a:xfrm flipV="1">
            <a:off x="9479284" y="3189606"/>
            <a:ext cx="432620" cy="342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1C4411F-96BA-DBE0-64AE-758B0B1C6F60}"/>
              </a:ext>
            </a:extLst>
          </p:cNvPr>
          <p:cNvSpPr txBox="1"/>
          <p:nvPr/>
        </p:nvSpPr>
        <p:spPr>
          <a:xfrm>
            <a:off x="8578666" y="3051091"/>
            <a:ext cx="900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Label:126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53919BC-EFAD-1450-FBD4-61AABA53AC45}"/>
              </a:ext>
            </a:extLst>
          </p:cNvPr>
          <p:cNvCxnSpPr>
            <a:cxnSpLocks/>
          </p:cNvCxnSpPr>
          <p:nvPr/>
        </p:nvCxnSpPr>
        <p:spPr>
          <a:xfrm flipV="1">
            <a:off x="10068705" y="3520752"/>
            <a:ext cx="280718" cy="24390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41A3452-DF52-DB25-CCD7-3F1EB13656A5}"/>
              </a:ext>
            </a:extLst>
          </p:cNvPr>
          <p:cNvCxnSpPr>
            <a:cxnSpLocks/>
          </p:cNvCxnSpPr>
          <p:nvPr/>
        </p:nvCxnSpPr>
        <p:spPr>
          <a:xfrm flipV="1">
            <a:off x="10285031" y="3605668"/>
            <a:ext cx="280718" cy="24390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0296D7D-7168-CBAC-89FC-2DFBB357A863}"/>
              </a:ext>
            </a:extLst>
          </p:cNvPr>
          <p:cNvCxnSpPr>
            <a:cxnSpLocks/>
          </p:cNvCxnSpPr>
          <p:nvPr/>
        </p:nvCxnSpPr>
        <p:spPr>
          <a:xfrm flipV="1">
            <a:off x="10680825" y="3987201"/>
            <a:ext cx="244382" cy="20489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A25E852-709B-00B3-808E-B965D7AB9F02}"/>
              </a:ext>
            </a:extLst>
          </p:cNvPr>
          <p:cNvCxnSpPr>
            <a:cxnSpLocks/>
          </p:cNvCxnSpPr>
          <p:nvPr/>
        </p:nvCxnSpPr>
        <p:spPr>
          <a:xfrm flipH="1">
            <a:off x="11136748" y="3497963"/>
            <a:ext cx="289558" cy="21541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546064B-B894-8BEA-DC34-B9FEA673961E}"/>
              </a:ext>
            </a:extLst>
          </p:cNvPr>
          <p:cNvCxnSpPr>
            <a:cxnSpLocks/>
          </p:cNvCxnSpPr>
          <p:nvPr/>
        </p:nvCxnSpPr>
        <p:spPr>
          <a:xfrm flipH="1">
            <a:off x="10878676" y="3305342"/>
            <a:ext cx="289558" cy="21541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B131723-7BCE-C622-54F8-835E4EB94744}"/>
              </a:ext>
            </a:extLst>
          </p:cNvPr>
          <p:cNvCxnSpPr>
            <a:cxnSpLocks/>
          </p:cNvCxnSpPr>
          <p:nvPr/>
        </p:nvCxnSpPr>
        <p:spPr>
          <a:xfrm flipH="1">
            <a:off x="11023455" y="2850291"/>
            <a:ext cx="289558" cy="21541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6E507BA-C503-2125-4D6F-AAE0AC4F505A}"/>
              </a:ext>
            </a:extLst>
          </p:cNvPr>
          <p:cNvCxnSpPr>
            <a:cxnSpLocks/>
          </p:cNvCxnSpPr>
          <p:nvPr/>
        </p:nvCxnSpPr>
        <p:spPr>
          <a:xfrm flipH="1">
            <a:off x="11132610" y="2549965"/>
            <a:ext cx="289558" cy="21541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051A8D2-73D2-ED59-FF68-F4565A3A7BB2}"/>
              </a:ext>
            </a:extLst>
          </p:cNvPr>
          <p:cNvCxnSpPr>
            <a:cxnSpLocks/>
          </p:cNvCxnSpPr>
          <p:nvPr/>
        </p:nvCxnSpPr>
        <p:spPr>
          <a:xfrm flipH="1">
            <a:off x="11069700" y="2249639"/>
            <a:ext cx="289558" cy="21541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A3E2D87-2525-4773-746A-C4C298C930EF}"/>
              </a:ext>
            </a:extLst>
          </p:cNvPr>
          <p:cNvCxnSpPr>
            <a:cxnSpLocks/>
          </p:cNvCxnSpPr>
          <p:nvPr/>
        </p:nvCxnSpPr>
        <p:spPr>
          <a:xfrm flipH="1">
            <a:off x="10974083" y="1999359"/>
            <a:ext cx="289558" cy="21541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6530021-04BA-F71F-ED35-D65E41197289}"/>
              </a:ext>
            </a:extLst>
          </p:cNvPr>
          <p:cNvSpPr txBox="1"/>
          <p:nvPr/>
        </p:nvSpPr>
        <p:spPr>
          <a:xfrm>
            <a:off x="9658731" y="3958758"/>
            <a:ext cx="865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Label:99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893E2CA-F51C-9C8B-6DA0-E761EC96256A}"/>
              </a:ext>
            </a:extLst>
          </p:cNvPr>
          <p:cNvSpPr txBox="1"/>
          <p:nvPr/>
        </p:nvSpPr>
        <p:spPr>
          <a:xfrm>
            <a:off x="9244065" y="3767833"/>
            <a:ext cx="865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Label:98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430374D-FEA1-977C-00AA-82A6F7803D51}"/>
              </a:ext>
            </a:extLst>
          </p:cNvPr>
          <p:cNvSpPr txBox="1"/>
          <p:nvPr/>
        </p:nvSpPr>
        <p:spPr>
          <a:xfrm>
            <a:off x="9810633" y="4150229"/>
            <a:ext cx="907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Label:179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629DA7F-3408-25D5-BFDC-23C8EC0FDF49}"/>
              </a:ext>
            </a:extLst>
          </p:cNvPr>
          <p:cNvSpPr txBox="1"/>
          <p:nvPr/>
        </p:nvSpPr>
        <p:spPr>
          <a:xfrm>
            <a:off x="11023455" y="3343459"/>
            <a:ext cx="907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Label:177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47BE703-8F91-A882-9B02-F7DD53CD1808}"/>
              </a:ext>
            </a:extLst>
          </p:cNvPr>
          <p:cNvSpPr txBox="1"/>
          <p:nvPr/>
        </p:nvSpPr>
        <p:spPr>
          <a:xfrm>
            <a:off x="11030725" y="3077339"/>
            <a:ext cx="907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Label:99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37C219F-B387-AF2D-B82F-158CC826CD6B}"/>
              </a:ext>
            </a:extLst>
          </p:cNvPr>
          <p:cNvSpPr txBox="1"/>
          <p:nvPr/>
        </p:nvSpPr>
        <p:spPr>
          <a:xfrm>
            <a:off x="11132610" y="2714655"/>
            <a:ext cx="907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Label:98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31C370F-A7A0-DD7C-8FEC-7DB700849CFF}"/>
              </a:ext>
            </a:extLst>
          </p:cNvPr>
          <p:cNvSpPr txBox="1"/>
          <p:nvPr/>
        </p:nvSpPr>
        <p:spPr>
          <a:xfrm>
            <a:off x="11187254" y="2345011"/>
            <a:ext cx="907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Label:3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0F2478C-2FAE-BBCC-27BB-F242637E521C}"/>
              </a:ext>
            </a:extLst>
          </p:cNvPr>
          <p:cNvSpPr txBox="1"/>
          <p:nvPr/>
        </p:nvSpPr>
        <p:spPr>
          <a:xfrm>
            <a:off x="11224773" y="2058063"/>
            <a:ext cx="907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Label:3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E0C265D-3298-6C42-0FD9-36C2B339852B}"/>
              </a:ext>
            </a:extLst>
          </p:cNvPr>
          <p:cNvSpPr txBox="1"/>
          <p:nvPr/>
        </p:nvSpPr>
        <p:spPr>
          <a:xfrm>
            <a:off x="11127807" y="1771772"/>
            <a:ext cx="907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Label:4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B4F208F-C280-2CA7-7C11-7E5DB1E30070}"/>
              </a:ext>
            </a:extLst>
          </p:cNvPr>
          <p:cNvCxnSpPr>
            <a:cxnSpLocks/>
          </p:cNvCxnSpPr>
          <p:nvPr/>
        </p:nvCxnSpPr>
        <p:spPr>
          <a:xfrm>
            <a:off x="8900160" y="2501780"/>
            <a:ext cx="32092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D3DA7DA-1577-5F3B-88AF-4534073840C3}"/>
              </a:ext>
            </a:extLst>
          </p:cNvPr>
          <p:cNvCxnSpPr>
            <a:cxnSpLocks/>
          </p:cNvCxnSpPr>
          <p:nvPr/>
        </p:nvCxnSpPr>
        <p:spPr>
          <a:xfrm>
            <a:off x="9248383" y="2150744"/>
            <a:ext cx="214248" cy="18831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826C958-4F8B-C7E0-D5B5-95CD27675311}"/>
              </a:ext>
            </a:extLst>
          </p:cNvPr>
          <p:cNvCxnSpPr>
            <a:cxnSpLocks/>
          </p:cNvCxnSpPr>
          <p:nvPr/>
        </p:nvCxnSpPr>
        <p:spPr>
          <a:xfrm>
            <a:off x="9616359" y="2005781"/>
            <a:ext cx="214248" cy="18831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5B39E4F-B19E-3E1B-8CE3-B53107506A35}"/>
              </a:ext>
            </a:extLst>
          </p:cNvPr>
          <p:cNvCxnSpPr>
            <a:cxnSpLocks/>
          </p:cNvCxnSpPr>
          <p:nvPr/>
        </p:nvCxnSpPr>
        <p:spPr>
          <a:xfrm>
            <a:off x="9950992" y="1749132"/>
            <a:ext cx="214248" cy="18831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7390752-3322-7978-E5BB-A0254E949D2A}"/>
              </a:ext>
            </a:extLst>
          </p:cNvPr>
          <p:cNvCxnSpPr>
            <a:cxnSpLocks/>
          </p:cNvCxnSpPr>
          <p:nvPr/>
        </p:nvCxnSpPr>
        <p:spPr>
          <a:xfrm>
            <a:off x="10349423" y="1716690"/>
            <a:ext cx="279047" cy="2047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DD8AFC2-5003-FD29-F078-1FCC71B7FAF7}"/>
              </a:ext>
            </a:extLst>
          </p:cNvPr>
          <p:cNvCxnSpPr>
            <a:cxnSpLocks/>
          </p:cNvCxnSpPr>
          <p:nvPr/>
        </p:nvCxnSpPr>
        <p:spPr>
          <a:xfrm flipV="1">
            <a:off x="9383843" y="2640096"/>
            <a:ext cx="135243" cy="25220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315A1A8E-CC78-A6E9-D250-255D665B565C}"/>
              </a:ext>
            </a:extLst>
          </p:cNvPr>
          <p:cNvCxnSpPr>
            <a:cxnSpLocks/>
          </p:cNvCxnSpPr>
          <p:nvPr/>
        </p:nvCxnSpPr>
        <p:spPr>
          <a:xfrm flipV="1">
            <a:off x="9723483" y="2531569"/>
            <a:ext cx="135243" cy="25220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68FB1402-6C16-ADA4-724B-755DC8183F14}"/>
              </a:ext>
            </a:extLst>
          </p:cNvPr>
          <p:cNvCxnSpPr>
            <a:cxnSpLocks/>
          </p:cNvCxnSpPr>
          <p:nvPr/>
        </p:nvCxnSpPr>
        <p:spPr>
          <a:xfrm flipH="1" flipV="1">
            <a:off x="10247465" y="2383203"/>
            <a:ext cx="203915" cy="19183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C09EE13-8DCD-379A-2D93-3D895CD98E75}"/>
              </a:ext>
            </a:extLst>
          </p:cNvPr>
          <p:cNvCxnSpPr>
            <a:cxnSpLocks/>
          </p:cNvCxnSpPr>
          <p:nvPr/>
        </p:nvCxnSpPr>
        <p:spPr>
          <a:xfrm flipH="1" flipV="1">
            <a:off x="10566808" y="2072774"/>
            <a:ext cx="114017" cy="26167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946B94D0-A230-DC41-0470-584217500EE0}"/>
              </a:ext>
            </a:extLst>
          </p:cNvPr>
          <p:cNvSpPr txBox="1"/>
          <p:nvPr/>
        </p:nvSpPr>
        <p:spPr>
          <a:xfrm>
            <a:off x="9067939" y="2829309"/>
            <a:ext cx="467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121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0741258-5927-F5FC-07CC-08BF81A42408}"/>
              </a:ext>
            </a:extLst>
          </p:cNvPr>
          <p:cNvSpPr txBox="1"/>
          <p:nvPr/>
        </p:nvSpPr>
        <p:spPr>
          <a:xfrm>
            <a:off x="8506556" y="2364073"/>
            <a:ext cx="467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175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5F1C889-937E-022D-28B7-ED4075BDEF3F}"/>
              </a:ext>
            </a:extLst>
          </p:cNvPr>
          <p:cNvSpPr txBox="1"/>
          <p:nvPr/>
        </p:nvSpPr>
        <p:spPr>
          <a:xfrm>
            <a:off x="8833939" y="1937122"/>
            <a:ext cx="467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70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5AA959F-0B84-C50D-F9DA-5F88BD09660A}"/>
              </a:ext>
            </a:extLst>
          </p:cNvPr>
          <p:cNvSpPr txBox="1"/>
          <p:nvPr/>
        </p:nvSpPr>
        <p:spPr>
          <a:xfrm>
            <a:off x="9333877" y="1781990"/>
            <a:ext cx="467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70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FE91762-9CD2-430B-FC06-18472D2424F1}"/>
              </a:ext>
            </a:extLst>
          </p:cNvPr>
          <p:cNvSpPr txBox="1"/>
          <p:nvPr/>
        </p:nvSpPr>
        <p:spPr>
          <a:xfrm>
            <a:off x="9613202" y="1644425"/>
            <a:ext cx="467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120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05325DD-BB27-356F-8BFE-7CBE2B51DDAC}"/>
              </a:ext>
            </a:extLst>
          </p:cNvPr>
          <p:cNvSpPr txBox="1"/>
          <p:nvPr/>
        </p:nvSpPr>
        <p:spPr>
          <a:xfrm>
            <a:off x="9998483" y="1565525"/>
            <a:ext cx="467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172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EEF56C2-0C76-7B82-F18F-1089459DAD01}"/>
              </a:ext>
            </a:extLst>
          </p:cNvPr>
          <p:cNvSpPr txBox="1"/>
          <p:nvPr/>
        </p:nvSpPr>
        <p:spPr>
          <a:xfrm>
            <a:off x="9479284" y="2712804"/>
            <a:ext cx="467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121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B63C458-9379-191C-5DBB-0C4191C868C1}"/>
              </a:ext>
            </a:extLst>
          </p:cNvPr>
          <p:cNvSpPr txBox="1"/>
          <p:nvPr/>
        </p:nvSpPr>
        <p:spPr>
          <a:xfrm>
            <a:off x="10167417" y="2516171"/>
            <a:ext cx="467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174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2E6BF6B-4399-C5E5-D371-339B8A7B995F}"/>
              </a:ext>
            </a:extLst>
          </p:cNvPr>
          <p:cNvSpPr txBox="1"/>
          <p:nvPr/>
        </p:nvSpPr>
        <p:spPr>
          <a:xfrm>
            <a:off x="10414565" y="2235361"/>
            <a:ext cx="467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173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B7431A-9363-6AD1-8997-3673179537B1}"/>
              </a:ext>
            </a:extLst>
          </p:cNvPr>
          <p:cNvSpPr txBox="1"/>
          <p:nvPr/>
        </p:nvSpPr>
        <p:spPr>
          <a:xfrm>
            <a:off x="1789471" y="5397910"/>
            <a:ext cx="128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t=45 (min)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5F8A039-58B8-C4E5-86B7-BD7DA98280DF}"/>
              </a:ext>
            </a:extLst>
          </p:cNvPr>
          <p:cNvSpPr txBox="1"/>
          <p:nvPr/>
        </p:nvSpPr>
        <p:spPr>
          <a:xfrm>
            <a:off x="5670758" y="5353698"/>
            <a:ext cx="128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t=75 (min)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E8A7E28-F3FF-4688-389F-6F4BE9569207}"/>
              </a:ext>
            </a:extLst>
          </p:cNvPr>
          <p:cNvSpPr txBox="1"/>
          <p:nvPr/>
        </p:nvSpPr>
        <p:spPr>
          <a:xfrm>
            <a:off x="9603206" y="5400713"/>
            <a:ext cx="128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t=105 (min)</a:t>
            </a:r>
          </a:p>
        </p:txBody>
      </p:sp>
    </p:spTree>
    <p:extLst>
      <p:ext uri="{BB962C8B-B14F-4D97-AF65-F5344CB8AC3E}">
        <p14:creationId xmlns:p14="http://schemas.microsoft.com/office/powerpoint/2010/main" val="2075608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108</Words>
  <Application>Microsoft Office PowerPoint</Application>
  <PresentationFormat>Widescreen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Atiyeh Ahmadi</dc:creator>
  <cp:lastModifiedBy>Atiyeh Ahmadi</cp:lastModifiedBy>
  <cp:revision>3</cp:revision>
  <dcterms:created xsi:type="dcterms:W3CDTF">2022-07-05T23:58:31Z</dcterms:created>
  <dcterms:modified xsi:type="dcterms:W3CDTF">2022-07-06T00:19:11Z</dcterms:modified>
</cp:coreProperties>
</file>