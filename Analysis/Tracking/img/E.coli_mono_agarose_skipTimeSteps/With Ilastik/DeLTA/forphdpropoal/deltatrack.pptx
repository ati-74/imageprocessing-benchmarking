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38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E2904-66FB-C7CE-FB21-81A50109D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683AE-99FC-2AC1-54FC-104DE8A6F7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0B991-2A69-8588-7C7C-F7931513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7A56-DBD9-430E-B23F-4756E1A836CE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B363A-CBE4-EAD9-5BBA-CD69A8D46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ACDE8-3B3B-547D-1F77-81CD9B66B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5A4B-22C0-4B95-B290-1CCC1D34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317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86F66-73BD-DF7D-87C2-04AD3A03D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111CC-5906-4D64-988B-09C51CFAB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99018-09DE-123A-5A8D-198D4DAF5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7A56-DBD9-430E-B23F-4756E1A836CE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396A0-BE67-855F-9703-9A4FBB45E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863F3-2A3A-AB78-D619-65E6BBDAD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5A4B-22C0-4B95-B290-1CCC1D34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81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E0EAB-1E7A-237A-5356-0B220B895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D1222-CB59-2F7A-D649-AFE107BB9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76830-AD8F-84CB-9901-91063BF1B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7A56-DBD9-430E-B23F-4756E1A836CE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EF461-F256-85A7-C57D-BC3283777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44DB2-503B-BDD0-E635-72E6C2CF2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5A4B-22C0-4B95-B290-1CCC1D34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5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E3D6-30BA-CC94-51F6-35BE4AA8F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B1DF2-CAE0-E43E-C0DA-A0690DB45D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9A09B-5195-FFB9-8462-02C1A5284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2FB58-2952-C714-4848-C9D76E5A0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7A56-DBD9-430E-B23F-4756E1A836CE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D6B13-A4E6-2BD4-EBD4-433BF4B45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885EC-DBFE-F716-FAD3-45903FB97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5A4B-22C0-4B95-B290-1CCC1D34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49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5F3A-F949-9543-8C40-FE735F6E6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C7541-77DF-A932-E9C0-60F91569B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6237B-2370-6FA2-B244-3E75819CE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538201-C9A2-4EC3-CC0C-F999B2357C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1C9A13-53B8-0371-14E1-27B94ED87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CCCC32-3DA8-2287-282D-0B0BD45E3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7A56-DBD9-430E-B23F-4756E1A836CE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1F444B-8D0F-2B9E-1095-6C19F9A0F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5CDE8B-8E56-3354-127B-5126260FD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5A4B-22C0-4B95-B290-1CCC1D34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27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C946-8521-D33C-F05F-D098950A0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E07404-107B-76BD-DC8E-6362A29AD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7A56-DBD9-430E-B23F-4756E1A836CE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4ACF33-878B-6C86-A13F-E55BBB46C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77E57E-BA80-A8AB-15AF-71A3B2691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5A4B-22C0-4B95-B290-1CCC1D34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32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04A3C9-C0BA-59B1-0FC9-CBC3DEA61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7A56-DBD9-430E-B23F-4756E1A836CE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191E2C-B705-4AAB-A4AF-440810A9B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8D476-9420-1EE3-FAFC-5FAAE5C5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5A4B-22C0-4B95-B290-1CCC1D34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95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FF70-1E89-B3AF-B59C-4B88B0FD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BA293-20BA-BB99-4E05-DEA321C0B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759EB-8D65-02A9-B2A0-E242A031A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5DBE1-D68E-6EC3-0ECF-5FC9D1DD3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7A56-DBD9-430E-B23F-4756E1A836CE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BC016-528A-4459-B01D-EB65F1DA1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5EF9B-359F-29C1-F38D-F4EF8549E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5A4B-22C0-4B95-B290-1CCC1D34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0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2224A-F5F9-0D02-9925-7CD910001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FDE49C-A4C5-E6DE-9584-E46D688A3A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142301-993B-0326-0E47-E381AA648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15B372-A62D-7216-347F-42F9B2F93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7A56-DBD9-430E-B23F-4756E1A836CE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BC7D2-ABD1-001C-4A3B-CCCDF4CE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2BE56-4893-8D07-D358-EBC3A8520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5A4B-22C0-4B95-B290-1CCC1D34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3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A8428-47FC-B348-5720-E2282885E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F46A9-EBAD-07BA-695D-558076F8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93B47-4FA4-5E3F-9D47-8A74711B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7A56-DBD9-430E-B23F-4756E1A836CE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703BE-3125-D7AE-0A47-A59B5B9F1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35A75-23E9-7B19-A3D6-45319551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5A4B-22C0-4B95-B290-1CCC1D34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44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36C53E-C1C0-9A3D-9BC7-B26B9BA399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768162-B261-48DB-E6F9-DFA139928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6C68F-6300-40EA-3E85-CAD7610B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7A56-DBD9-430E-B23F-4756E1A836CE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3ACBD-2366-F20F-1240-2515AB8A3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A6647-8BD7-AAC4-B1DA-7DB83E489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5A4B-22C0-4B95-B290-1CCC1D34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40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DFD220-E0AD-DB45-A644-219A836FA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F0C97-9589-3B04-FD37-8E940B0A1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45970-63CF-35A3-DF00-36AECC350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A7A56-DBD9-430E-B23F-4756E1A836CE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67F51-0DE7-831E-822A-87F5E38C36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E4696-A2ED-0E56-6A81-2EFDE24C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55A4B-22C0-4B95-B290-1CCC1D34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34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alendar&#10;&#10;Description automatically generated">
            <a:extLst>
              <a:ext uri="{FF2B5EF4-FFF2-40B4-BE49-F238E27FC236}">
                <a16:creationId xmlns:a16="http://schemas.microsoft.com/office/drawing/2014/main" id="{4002C71B-9F51-D9BF-C9F3-7F7CD69FA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67" y="1073457"/>
            <a:ext cx="3814580" cy="3747524"/>
          </a:xfrm>
          <a:prstGeom prst="rect">
            <a:avLst/>
          </a:prstGeom>
        </p:spPr>
      </p:pic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B34D5EE4-9820-C431-DED8-20DFF0523A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901" y="1097079"/>
            <a:ext cx="3842774" cy="3723902"/>
          </a:xfrm>
          <a:prstGeom prst="rect">
            <a:avLst/>
          </a:prstGeom>
        </p:spPr>
      </p:pic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24744188-2422-2747-B732-AE62275234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029" y="1097079"/>
            <a:ext cx="3886970" cy="36865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3511B9B-6FA8-81E3-2261-F19997738A70}"/>
              </a:ext>
            </a:extLst>
          </p:cNvPr>
          <p:cNvSpPr txBox="1"/>
          <p:nvPr/>
        </p:nvSpPr>
        <p:spPr>
          <a:xfrm>
            <a:off x="1514168" y="5004619"/>
            <a:ext cx="1071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t=0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551BAC-B632-F103-6B69-D3C16F26A2D7}"/>
              </a:ext>
            </a:extLst>
          </p:cNvPr>
          <p:cNvSpPr txBox="1"/>
          <p:nvPr/>
        </p:nvSpPr>
        <p:spPr>
          <a:xfrm>
            <a:off x="5894438" y="4977891"/>
            <a:ext cx="1184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t=15(min)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E52CB3-8F8D-D963-D844-405D1CC3AF6C}"/>
              </a:ext>
            </a:extLst>
          </p:cNvPr>
          <p:cNvSpPr txBox="1"/>
          <p:nvPr/>
        </p:nvSpPr>
        <p:spPr>
          <a:xfrm>
            <a:off x="10009238" y="4977891"/>
            <a:ext cx="1184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t=30(min)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C978CB-0F2C-5E14-F85F-50F637A471BE}"/>
              </a:ext>
            </a:extLst>
          </p:cNvPr>
          <p:cNvCxnSpPr>
            <a:cxnSpLocks/>
          </p:cNvCxnSpPr>
          <p:nvPr/>
        </p:nvCxnSpPr>
        <p:spPr>
          <a:xfrm>
            <a:off x="1844695" y="2065757"/>
            <a:ext cx="447368" cy="27530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AD63D4D-D87D-30AA-86CF-64D41BE4732D}"/>
              </a:ext>
            </a:extLst>
          </p:cNvPr>
          <p:cNvCxnSpPr>
            <a:cxnSpLocks/>
          </p:cNvCxnSpPr>
          <p:nvPr/>
        </p:nvCxnSpPr>
        <p:spPr>
          <a:xfrm flipH="1" flipV="1">
            <a:off x="2862986" y="2275021"/>
            <a:ext cx="383134" cy="25989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7833F31-09FB-4C27-6FCD-126CDEBD2BA9}"/>
              </a:ext>
            </a:extLst>
          </p:cNvPr>
          <p:cNvSpPr txBox="1"/>
          <p:nvPr/>
        </p:nvSpPr>
        <p:spPr>
          <a:xfrm>
            <a:off x="1049285" y="1869440"/>
            <a:ext cx="756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Label: 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2EFC7-4E8D-B354-D8CD-F082391B12CF}"/>
              </a:ext>
            </a:extLst>
          </p:cNvPr>
          <p:cNvSpPr txBox="1"/>
          <p:nvPr/>
        </p:nvSpPr>
        <p:spPr>
          <a:xfrm>
            <a:off x="7079225" y="2718091"/>
            <a:ext cx="790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Label: 3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4544575-2A6B-9F36-4D6C-B3B4B2CBFE13}"/>
              </a:ext>
            </a:extLst>
          </p:cNvPr>
          <p:cNvCxnSpPr>
            <a:cxnSpLocks/>
          </p:cNvCxnSpPr>
          <p:nvPr/>
        </p:nvCxnSpPr>
        <p:spPr>
          <a:xfrm flipV="1">
            <a:off x="2292063" y="3150071"/>
            <a:ext cx="379356" cy="36657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7726C4F-96AF-9B8D-4158-C6EE5CADFCE5}"/>
              </a:ext>
            </a:extLst>
          </p:cNvPr>
          <p:cNvSpPr txBox="1"/>
          <p:nvPr/>
        </p:nvSpPr>
        <p:spPr>
          <a:xfrm>
            <a:off x="1591124" y="3516650"/>
            <a:ext cx="756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Label: 5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5C323D6-7E3A-A534-0CF0-4B2D506E3E47}"/>
              </a:ext>
            </a:extLst>
          </p:cNvPr>
          <p:cNvCxnSpPr>
            <a:cxnSpLocks/>
          </p:cNvCxnSpPr>
          <p:nvPr/>
        </p:nvCxnSpPr>
        <p:spPr>
          <a:xfrm flipV="1">
            <a:off x="6364391" y="3245710"/>
            <a:ext cx="379356" cy="36657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97CD0C6-7CC9-9CD9-0CB3-FBB222A356CC}"/>
              </a:ext>
            </a:extLst>
          </p:cNvPr>
          <p:cNvCxnSpPr>
            <a:cxnSpLocks/>
          </p:cNvCxnSpPr>
          <p:nvPr/>
        </p:nvCxnSpPr>
        <p:spPr>
          <a:xfrm flipH="1" flipV="1">
            <a:off x="6950304" y="2366840"/>
            <a:ext cx="383134" cy="25989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85F7722-D6FF-FD2D-05CC-383A74ED025F}"/>
              </a:ext>
            </a:extLst>
          </p:cNvPr>
          <p:cNvCxnSpPr>
            <a:cxnSpLocks/>
          </p:cNvCxnSpPr>
          <p:nvPr/>
        </p:nvCxnSpPr>
        <p:spPr>
          <a:xfrm>
            <a:off x="5988604" y="2137369"/>
            <a:ext cx="447368" cy="27530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7689054-989C-BDDC-C297-4A257B3BA84D}"/>
              </a:ext>
            </a:extLst>
          </p:cNvPr>
          <p:cNvSpPr txBox="1"/>
          <p:nvPr/>
        </p:nvSpPr>
        <p:spPr>
          <a:xfrm>
            <a:off x="9426894" y="1837174"/>
            <a:ext cx="790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Label: 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847823C-95BF-7B80-8E0E-2F7A176CDB4F}"/>
              </a:ext>
            </a:extLst>
          </p:cNvPr>
          <p:cNvCxnSpPr>
            <a:cxnSpLocks/>
          </p:cNvCxnSpPr>
          <p:nvPr/>
        </p:nvCxnSpPr>
        <p:spPr>
          <a:xfrm>
            <a:off x="9415436" y="1439056"/>
            <a:ext cx="497924" cy="957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7FC7936-2E57-68FD-2BB7-672B0685F99D}"/>
              </a:ext>
            </a:extLst>
          </p:cNvPr>
          <p:cNvCxnSpPr>
            <a:cxnSpLocks/>
          </p:cNvCxnSpPr>
          <p:nvPr/>
        </p:nvCxnSpPr>
        <p:spPr>
          <a:xfrm flipH="1">
            <a:off x="10518337" y="1275899"/>
            <a:ext cx="447587" cy="957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2A5B643-6B07-7CCE-7A93-7720087C08E3}"/>
              </a:ext>
            </a:extLst>
          </p:cNvPr>
          <p:cNvCxnSpPr>
            <a:cxnSpLocks/>
          </p:cNvCxnSpPr>
          <p:nvPr/>
        </p:nvCxnSpPr>
        <p:spPr>
          <a:xfrm flipH="1">
            <a:off x="11052986" y="2182200"/>
            <a:ext cx="447587" cy="957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66B61DE-CFA0-B09B-E3C9-EEE662B29DBB}"/>
              </a:ext>
            </a:extLst>
          </p:cNvPr>
          <p:cNvCxnSpPr>
            <a:cxnSpLocks/>
          </p:cNvCxnSpPr>
          <p:nvPr/>
        </p:nvCxnSpPr>
        <p:spPr>
          <a:xfrm>
            <a:off x="10257576" y="1962121"/>
            <a:ext cx="344055" cy="26792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4F5D5E0-0BC7-B34F-A168-DF7CF662248B}"/>
              </a:ext>
            </a:extLst>
          </p:cNvPr>
          <p:cNvCxnSpPr>
            <a:cxnSpLocks/>
          </p:cNvCxnSpPr>
          <p:nvPr/>
        </p:nvCxnSpPr>
        <p:spPr>
          <a:xfrm flipV="1">
            <a:off x="10601631" y="3139690"/>
            <a:ext cx="172027" cy="3671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0E067CC-77FB-BD4F-5809-CC8397CC2EEE}"/>
              </a:ext>
            </a:extLst>
          </p:cNvPr>
          <p:cNvSpPr txBox="1"/>
          <p:nvPr/>
        </p:nvSpPr>
        <p:spPr>
          <a:xfrm>
            <a:off x="8800073" y="1508077"/>
            <a:ext cx="790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Label: 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66E8B7-3043-9066-8D98-4BC61D3CC807}"/>
              </a:ext>
            </a:extLst>
          </p:cNvPr>
          <p:cNvSpPr txBox="1"/>
          <p:nvPr/>
        </p:nvSpPr>
        <p:spPr>
          <a:xfrm>
            <a:off x="10800250" y="1208223"/>
            <a:ext cx="790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Label:57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8A96B3-9F79-38D8-2107-38EC51C02960}"/>
              </a:ext>
            </a:extLst>
          </p:cNvPr>
          <p:cNvSpPr txBox="1"/>
          <p:nvPr/>
        </p:nvSpPr>
        <p:spPr>
          <a:xfrm>
            <a:off x="4909791" y="2021840"/>
            <a:ext cx="12840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Label: 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ADBE43E-7CF9-AA6D-4C3A-3EC6671961F3}"/>
              </a:ext>
            </a:extLst>
          </p:cNvPr>
          <p:cNvSpPr txBox="1"/>
          <p:nvPr/>
        </p:nvSpPr>
        <p:spPr>
          <a:xfrm>
            <a:off x="11081163" y="2341061"/>
            <a:ext cx="790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Label: 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0AA31B9-0A74-6E8A-5698-ED885BFD311E}"/>
              </a:ext>
            </a:extLst>
          </p:cNvPr>
          <p:cNvSpPr txBox="1"/>
          <p:nvPr/>
        </p:nvSpPr>
        <p:spPr>
          <a:xfrm>
            <a:off x="10009238" y="3535939"/>
            <a:ext cx="7308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Label: 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DF170D-BD4F-A0BB-FB73-B5B217DED883}"/>
              </a:ext>
            </a:extLst>
          </p:cNvPr>
          <p:cNvSpPr txBox="1"/>
          <p:nvPr/>
        </p:nvSpPr>
        <p:spPr>
          <a:xfrm>
            <a:off x="5797414" y="3630699"/>
            <a:ext cx="756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Label: 5</a:t>
            </a:r>
          </a:p>
        </p:txBody>
      </p:sp>
    </p:spTree>
    <p:extLst>
      <p:ext uri="{BB962C8B-B14F-4D97-AF65-F5344CB8AC3E}">
        <p14:creationId xmlns:p14="http://schemas.microsoft.com/office/powerpoint/2010/main" val="94640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45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Atiyeh Ahmadi</dc:creator>
  <cp:lastModifiedBy>Atiyeh Ahmadi</cp:lastModifiedBy>
  <cp:revision>6</cp:revision>
  <dcterms:created xsi:type="dcterms:W3CDTF">2022-07-05T17:24:10Z</dcterms:created>
  <dcterms:modified xsi:type="dcterms:W3CDTF">2022-07-05T18:40:33Z</dcterms:modified>
</cp:coreProperties>
</file>