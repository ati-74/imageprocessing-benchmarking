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9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DE89-2068-9707-729D-8443E44C7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5178F-631E-C19E-6022-F780E2909D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C04AD-05EB-1160-2783-7DAF1BA6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12F7-E8D6-E4A8-3E37-12243B504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0AF60-5059-3F5B-B032-102773A67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8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8A0C-8AD5-CA32-C9C3-2798AD5E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196C7-97EA-00F0-A413-AAD1F29A9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4BA80-E4F7-E521-4937-7AAA97632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4326D-1DD4-DDD7-8350-18F00BC7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BD1D1-785D-69F7-4752-425323C1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2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572E-9B5A-5050-29E5-807C718D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71777-7B60-FDDD-17A6-972C262E8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4C69-2153-E257-060B-304FAAA3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7E49-0D46-8CBF-8EE8-D6CC7D1E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AE8D-2436-D049-95A7-827C00FA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C65C-7A3A-A1B2-8BF3-CD8259AF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B828A-9B0E-B094-9C7D-1025F2370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0E317-EA79-E1F8-0409-B63D34508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A520A-B922-80B8-FA7A-8557A78F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2991B-1281-70C1-3471-CBC73992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2DBF5-D690-65BE-41B3-5DB790F5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8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D81B2-BB96-1A9E-0948-A1B8F423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AA1E6-D23D-C601-11C9-B908B7199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63FC4-6F74-F812-1EDA-683C4B40F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C7374-BB36-EAA3-10C3-C7E543798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C83918-D9A6-89D6-351D-50E70B8EE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B256A-570B-5E52-A521-A96E494B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8E9D6-79C6-75E5-E08D-85D9344B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68737-8214-813D-9B58-487ADC5B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8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7A83-C017-3062-DDD3-93027F0F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BE11B-8235-DD95-2E76-6E2C89061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3C33B-249A-0056-7567-9E8A549D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BA587-DDA8-DE3E-EF60-166BD3F6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9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5D6867-9D1D-35F0-4176-AC5CC3643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EF6D99-E79F-DFF5-31F1-40128BFE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F8E2C-8717-4EF2-B127-D40DF21E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7245-D890-D138-46B2-91C60DAF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1342-FCBB-CE17-F882-0DE166EAA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2DC66-BFE9-A5A8-46CB-4A6FE454A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968A8-8FFB-1C8A-AB7B-7BE7483E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AA13E-830D-195C-4116-0C0C59004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01654-53C4-10BA-4204-A1CC0711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E352-354F-A48C-A573-E2190694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56D87-A29B-C92E-84BD-F0DA0A05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88741-2790-04E4-415B-1E241F147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BBF36-7891-2007-C78D-BD1428C2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2A485-149C-8D4F-663D-CEF3547E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3B8E2-BA62-F20C-F3BB-9E4BDDEE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6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A1F5-B5F5-E6F8-9FB4-9EF59B16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606B9-D7A1-C0C6-E29E-60B85FA5B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9306C-82A7-27C7-6405-B7024EAC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56CD0-EFA5-AF2F-E318-A2D044AF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C5A86-83C1-03B0-BDE7-6C3458C3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8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4B78EF-C0F2-B68A-0491-C48BBAC68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B999E-8221-FD82-072C-E4426258A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2131-2F89-A794-3B10-B222735B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56B30-A31D-6AF5-CFBF-35745D08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E74B1-C2F3-031F-5161-7F896DFF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5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A238CF-9F16-B370-CF60-45A1B9F1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BDF2E-5C71-1730-A975-CE89ADD6A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F383D-F8A5-377A-9155-B3D161931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EB13A-6FCD-4BEA-A3E5-EF3EAFA72DE7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B982-605E-1ADF-6D07-183D78994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3FEB6-32FB-81D8-161B-CAA3F4C96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4330-C9B1-4ADF-877D-6EBC0E83C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1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chart&#10;&#10;Description automatically generated">
            <a:extLst>
              <a:ext uri="{FF2B5EF4-FFF2-40B4-BE49-F238E27FC236}">
                <a16:creationId xmlns:a16="http://schemas.microsoft.com/office/drawing/2014/main" id="{70AEB099-C32B-2B7C-66CB-6B59ABB1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667" y="1853567"/>
            <a:ext cx="3004455" cy="2927052"/>
          </a:xfrm>
          <a:prstGeom prst="rect">
            <a:avLst/>
          </a:prstGeom>
        </p:spPr>
      </p:pic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837AD681-7113-78FF-1BC7-D1BBADA02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387" y="1889461"/>
            <a:ext cx="3010000" cy="29573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21841F-456B-DC01-D372-89B0D8FBAAAB}"/>
              </a:ext>
            </a:extLst>
          </p:cNvPr>
          <p:cNvSpPr txBox="1"/>
          <p:nvPr/>
        </p:nvSpPr>
        <p:spPr>
          <a:xfrm>
            <a:off x="1219200" y="4846822"/>
            <a:ext cx="89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1E78B5-DC1E-67E7-00C7-74EE2E3B3496}"/>
              </a:ext>
            </a:extLst>
          </p:cNvPr>
          <p:cNvSpPr txBox="1"/>
          <p:nvPr/>
        </p:nvSpPr>
        <p:spPr>
          <a:xfrm>
            <a:off x="4625287" y="4846822"/>
            <a:ext cx="89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03A7E4-859D-1A1A-6DF0-F90C73294F94}"/>
              </a:ext>
            </a:extLst>
          </p:cNvPr>
          <p:cNvSpPr txBox="1"/>
          <p:nvPr/>
        </p:nvSpPr>
        <p:spPr>
          <a:xfrm>
            <a:off x="7703776" y="4846822"/>
            <a:ext cx="89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t=30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A747F7-C699-7644-95ED-93BF97C152F1}"/>
              </a:ext>
            </a:extLst>
          </p:cNvPr>
          <p:cNvCxnSpPr/>
          <p:nvPr/>
        </p:nvCxnSpPr>
        <p:spPr>
          <a:xfrm flipV="1">
            <a:off x="1367193" y="2330246"/>
            <a:ext cx="240750" cy="2458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523C19-6DC1-DB1D-0FD4-FEE634908406}"/>
              </a:ext>
            </a:extLst>
          </p:cNvPr>
          <p:cNvCxnSpPr/>
          <p:nvPr/>
        </p:nvCxnSpPr>
        <p:spPr>
          <a:xfrm flipV="1">
            <a:off x="1098825" y="3368141"/>
            <a:ext cx="240750" cy="2458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01F118-2C49-0102-9ED8-D99EC56086A8}"/>
              </a:ext>
            </a:extLst>
          </p:cNvPr>
          <p:cNvCxnSpPr/>
          <p:nvPr/>
        </p:nvCxnSpPr>
        <p:spPr>
          <a:xfrm flipV="1">
            <a:off x="1778301" y="3503646"/>
            <a:ext cx="240750" cy="2458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DAED0E-39E7-4714-91F3-1C4FF4222BD4}"/>
              </a:ext>
            </a:extLst>
          </p:cNvPr>
          <p:cNvCxnSpPr>
            <a:cxnSpLocks/>
          </p:cNvCxnSpPr>
          <p:nvPr/>
        </p:nvCxnSpPr>
        <p:spPr>
          <a:xfrm flipH="1" flipV="1">
            <a:off x="2186199" y="2812025"/>
            <a:ext cx="247793" cy="2900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2AD1223-3BBC-4354-7087-CA76E5B004FF}"/>
              </a:ext>
            </a:extLst>
          </p:cNvPr>
          <p:cNvSpPr txBox="1"/>
          <p:nvPr/>
        </p:nvSpPr>
        <p:spPr>
          <a:xfrm>
            <a:off x="575310" y="2487439"/>
            <a:ext cx="96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BEE4E-5E0C-4A06-0404-D6B6E85DDE02}"/>
              </a:ext>
            </a:extLst>
          </p:cNvPr>
          <p:cNvSpPr txBox="1"/>
          <p:nvPr/>
        </p:nvSpPr>
        <p:spPr>
          <a:xfrm>
            <a:off x="379332" y="3626549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7119B1-91FA-6789-574E-7BD7255D6EF1}"/>
              </a:ext>
            </a:extLst>
          </p:cNvPr>
          <p:cNvSpPr txBox="1"/>
          <p:nvPr/>
        </p:nvSpPr>
        <p:spPr>
          <a:xfrm>
            <a:off x="1339575" y="3722090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2FA3C2-ADD5-969A-99F4-BB7B8D705462}"/>
              </a:ext>
            </a:extLst>
          </p:cNvPr>
          <p:cNvSpPr txBox="1"/>
          <p:nvPr/>
        </p:nvSpPr>
        <p:spPr>
          <a:xfrm>
            <a:off x="1945038" y="3042751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Label:4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937EBE6-269A-17A1-A123-77BEECEB35D9}"/>
              </a:ext>
            </a:extLst>
          </p:cNvPr>
          <p:cNvCxnSpPr/>
          <p:nvPr/>
        </p:nvCxnSpPr>
        <p:spPr>
          <a:xfrm flipV="1">
            <a:off x="4371130" y="3461456"/>
            <a:ext cx="240750" cy="2458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E4F78DC-E63B-5C23-6E2E-90D70B5AE4C5}"/>
              </a:ext>
            </a:extLst>
          </p:cNvPr>
          <p:cNvSpPr txBox="1"/>
          <p:nvPr/>
        </p:nvSpPr>
        <p:spPr>
          <a:xfrm>
            <a:off x="3598414" y="3689942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5AE087-F044-D823-EB12-8E5DFDAEA60F}"/>
              </a:ext>
            </a:extLst>
          </p:cNvPr>
          <p:cNvSpPr txBox="1"/>
          <p:nvPr/>
        </p:nvSpPr>
        <p:spPr>
          <a:xfrm>
            <a:off x="4698975" y="3811215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0DA486-99B5-D0B1-DF0E-478F4FFCE0A7}"/>
              </a:ext>
            </a:extLst>
          </p:cNvPr>
          <p:cNvCxnSpPr/>
          <p:nvPr/>
        </p:nvCxnSpPr>
        <p:spPr>
          <a:xfrm flipV="1">
            <a:off x="5126087" y="3613947"/>
            <a:ext cx="240750" cy="2458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1B240C-46FF-479F-A2E1-C8A077023F26}"/>
              </a:ext>
            </a:extLst>
          </p:cNvPr>
          <p:cNvCxnSpPr>
            <a:cxnSpLocks/>
          </p:cNvCxnSpPr>
          <p:nvPr/>
        </p:nvCxnSpPr>
        <p:spPr>
          <a:xfrm flipH="1" flipV="1">
            <a:off x="5289237" y="2940459"/>
            <a:ext cx="247793" cy="2900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37F17CB-AC76-2C21-8872-C45B7FE051FD}"/>
              </a:ext>
            </a:extLst>
          </p:cNvPr>
          <p:cNvSpPr txBox="1"/>
          <p:nvPr/>
        </p:nvSpPr>
        <p:spPr>
          <a:xfrm>
            <a:off x="5308492" y="3179440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B0B7D2-15F6-9341-C27D-02338A684053}"/>
              </a:ext>
            </a:extLst>
          </p:cNvPr>
          <p:cNvCxnSpPr>
            <a:cxnSpLocks/>
          </p:cNvCxnSpPr>
          <p:nvPr/>
        </p:nvCxnSpPr>
        <p:spPr>
          <a:xfrm>
            <a:off x="4562505" y="2740111"/>
            <a:ext cx="391009" cy="200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4C68793-04E9-456D-652C-7D401F81BADB}"/>
              </a:ext>
            </a:extLst>
          </p:cNvPr>
          <p:cNvSpPr txBox="1"/>
          <p:nvPr/>
        </p:nvSpPr>
        <p:spPr>
          <a:xfrm>
            <a:off x="3718396" y="2627359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Label:4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9132599-72BA-4B65-5E1A-FC6F25B7542D}"/>
              </a:ext>
            </a:extLst>
          </p:cNvPr>
          <p:cNvCxnSpPr>
            <a:cxnSpLocks/>
          </p:cNvCxnSpPr>
          <p:nvPr/>
        </p:nvCxnSpPr>
        <p:spPr>
          <a:xfrm>
            <a:off x="4148774" y="2135715"/>
            <a:ext cx="388987" cy="13963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E2CAA3-9AB2-8DE8-13C1-1F1555D79B33}"/>
              </a:ext>
            </a:extLst>
          </p:cNvPr>
          <p:cNvCxnSpPr>
            <a:cxnSpLocks/>
          </p:cNvCxnSpPr>
          <p:nvPr/>
        </p:nvCxnSpPr>
        <p:spPr>
          <a:xfrm flipH="1" flipV="1">
            <a:off x="4889532" y="2356675"/>
            <a:ext cx="418960" cy="499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11EC0B6-AA51-8C31-589E-37608B6885E5}"/>
              </a:ext>
            </a:extLst>
          </p:cNvPr>
          <p:cNvSpPr txBox="1"/>
          <p:nvPr/>
        </p:nvSpPr>
        <p:spPr>
          <a:xfrm>
            <a:off x="3517879" y="2124848"/>
            <a:ext cx="96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87BFD0-9E86-F766-568F-70291A70B50C}"/>
              </a:ext>
            </a:extLst>
          </p:cNvPr>
          <p:cNvSpPr txBox="1"/>
          <p:nvPr/>
        </p:nvSpPr>
        <p:spPr>
          <a:xfrm>
            <a:off x="5272705" y="2221925"/>
            <a:ext cx="96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D07B09-6C4D-B212-57B2-D284C922CFC9}"/>
              </a:ext>
            </a:extLst>
          </p:cNvPr>
          <p:cNvCxnSpPr>
            <a:cxnSpLocks/>
          </p:cNvCxnSpPr>
          <p:nvPr/>
        </p:nvCxnSpPr>
        <p:spPr>
          <a:xfrm flipH="1" flipV="1">
            <a:off x="7953167" y="2346504"/>
            <a:ext cx="418960" cy="499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CCB5A9-1C3A-A331-2B78-73850E60AC19}"/>
              </a:ext>
            </a:extLst>
          </p:cNvPr>
          <p:cNvCxnSpPr>
            <a:cxnSpLocks/>
          </p:cNvCxnSpPr>
          <p:nvPr/>
        </p:nvCxnSpPr>
        <p:spPr>
          <a:xfrm>
            <a:off x="7142076" y="2040634"/>
            <a:ext cx="376242" cy="19016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C96C0D3-5EF4-6A82-60F1-2F10D74F99F5}"/>
              </a:ext>
            </a:extLst>
          </p:cNvPr>
          <p:cNvSpPr txBox="1"/>
          <p:nvPr/>
        </p:nvSpPr>
        <p:spPr>
          <a:xfrm>
            <a:off x="8327404" y="2259669"/>
            <a:ext cx="96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DE6A04-E607-CF28-E5C1-E6C34D4E8B3C}"/>
              </a:ext>
            </a:extLst>
          </p:cNvPr>
          <p:cNvSpPr txBox="1"/>
          <p:nvPr/>
        </p:nvSpPr>
        <p:spPr>
          <a:xfrm>
            <a:off x="6487770" y="2114680"/>
            <a:ext cx="960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F1CBD14-C554-CFD7-2D9D-426E7A2A4572}"/>
              </a:ext>
            </a:extLst>
          </p:cNvPr>
          <p:cNvCxnSpPr>
            <a:cxnSpLocks/>
          </p:cNvCxnSpPr>
          <p:nvPr/>
        </p:nvCxnSpPr>
        <p:spPr>
          <a:xfrm flipH="1" flipV="1">
            <a:off x="8313508" y="2955012"/>
            <a:ext cx="247793" cy="2900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D47A3F-E7D1-46C1-0D8E-C8137E7821CE}"/>
              </a:ext>
            </a:extLst>
          </p:cNvPr>
          <p:cNvCxnSpPr>
            <a:cxnSpLocks/>
          </p:cNvCxnSpPr>
          <p:nvPr/>
        </p:nvCxnSpPr>
        <p:spPr>
          <a:xfrm>
            <a:off x="7606484" y="2653115"/>
            <a:ext cx="391009" cy="200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842BEF-D506-7BBE-8086-A19CC527B468}"/>
              </a:ext>
            </a:extLst>
          </p:cNvPr>
          <p:cNvSpPr txBox="1"/>
          <p:nvPr/>
        </p:nvSpPr>
        <p:spPr>
          <a:xfrm>
            <a:off x="8337473" y="3176345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07FD9B-B575-C448-6B42-91D89A73C530}"/>
              </a:ext>
            </a:extLst>
          </p:cNvPr>
          <p:cNvSpPr txBox="1"/>
          <p:nvPr/>
        </p:nvSpPr>
        <p:spPr>
          <a:xfrm>
            <a:off x="6802825" y="2516687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Label:4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867C2A5-CDE4-5191-85BF-58F6031F26CA}"/>
              </a:ext>
            </a:extLst>
          </p:cNvPr>
          <p:cNvCxnSpPr>
            <a:cxnSpLocks/>
          </p:cNvCxnSpPr>
          <p:nvPr/>
        </p:nvCxnSpPr>
        <p:spPr>
          <a:xfrm flipH="1" flipV="1">
            <a:off x="8522397" y="3792408"/>
            <a:ext cx="28967" cy="3942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EF2C8DB-D48F-2540-22C4-22E1A96122DC}"/>
              </a:ext>
            </a:extLst>
          </p:cNvPr>
          <p:cNvSpPr txBox="1"/>
          <p:nvPr/>
        </p:nvSpPr>
        <p:spPr>
          <a:xfrm>
            <a:off x="8023841" y="4176877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Label:12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55302C5-D797-EEDB-6DFB-D3589126FC33}"/>
              </a:ext>
            </a:extLst>
          </p:cNvPr>
          <p:cNvCxnSpPr>
            <a:cxnSpLocks/>
          </p:cNvCxnSpPr>
          <p:nvPr/>
        </p:nvCxnSpPr>
        <p:spPr>
          <a:xfrm flipH="1" flipV="1">
            <a:off x="8173070" y="3524963"/>
            <a:ext cx="28967" cy="3942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2AF3A8B-0D9F-1899-0B9F-B56A821FF322}"/>
              </a:ext>
            </a:extLst>
          </p:cNvPr>
          <p:cNvSpPr txBox="1"/>
          <p:nvPr/>
        </p:nvSpPr>
        <p:spPr>
          <a:xfrm>
            <a:off x="7498452" y="3906756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Label:12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66962F8-F0B6-CEEB-1008-4636F4435BE9}"/>
              </a:ext>
            </a:extLst>
          </p:cNvPr>
          <p:cNvCxnSpPr>
            <a:cxnSpLocks/>
          </p:cNvCxnSpPr>
          <p:nvPr/>
        </p:nvCxnSpPr>
        <p:spPr>
          <a:xfrm>
            <a:off x="7215706" y="3247150"/>
            <a:ext cx="315877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41D4EA5-9987-4C05-5104-499C7199AD8A}"/>
              </a:ext>
            </a:extLst>
          </p:cNvPr>
          <p:cNvSpPr txBox="1"/>
          <p:nvPr/>
        </p:nvSpPr>
        <p:spPr>
          <a:xfrm>
            <a:off x="6466546" y="3176345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Label:11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AC8E388-A4E0-2F5F-6808-5E1D9782C198}"/>
              </a:ext>
            </a:extLst>
          </p:cNvPr>
          <p:cNvCxnSpPr>
            <a:cxnSpLocks/>
          </p:cNvCxnSpPr>
          <p:nvPr/>
        </p:nvCxnSpPr>
        <p:spPr>
          <a:xfrm flipV="1">
            <a:off x="7448013" y="3584359"/>
            <a:ext cx="256890" cy="22685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738BDFE-F9C1-F36E-F386-A19F63660684}"/>
              </a:ext>
            </a:extLst>
          </p:cNvPr>
          <p:cNvSpPr txBox="1"/>
          <p:nvPr/>
        </p:nvSpPr>
        <p:spPr>
          <a:xfrm>
            <a:off x="6534862" y="3660025"/>
            <a:ext cx="1076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Label:69</a:t>
            </a:r>
          </a:p>
        </p:txBody>
      </p:sp>
    </p:spTree>
    <p:extLst>
      <p:ext uri="{BB962C8B-B14F-4D97-AF65-F5344CB8AC3E}">
        <p14:creationId xmlns:p14="http://schemas.microsoft.com/office/powerpoint/2010/main" val="40582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F5B4D972-9113-D7E7-E326-48A15F882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18" y="1536569"/>
            <a:ext cx="3826772" cy="3827534"/>
          </a:xfrm>
          <a:prstGeom prst="rect">
            <a:avLst/>
          </a:prstGeom>
        </p:spPr>
      </p:pic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3C2E64-AEDA-5990-ED3A-F2B9320CD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84" y="1555238"/>
            <a:ext cx="3883160" cy="3747524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3440219D-F85F-24AA-5277-2A6A54A76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744" y="1555238"/>
            <a:ext cx="3839726" cy="379019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C701E6-7042-0336-400D-F2590164BC61}"/>
              </a:ext>
            </a:extLst>
          </p:cNvPr>
          <p:cNvCxnSpPr>
            <a:cxnSpLocks/>
          </p:cNvCxnSpPr>
          <p:nvPr/>
        </p:nvCxnSpPr>
        <p:spPr>
          <a:xfrm>
            <a:off x="1649730" y="2045970"/>
            <a:ext cx="262153" cy="1847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74FCB4-F54E-57EF-D5E6-79D2A77D2E46}"/>
              </a:ext>
            </a:extLst>
          </p:cNvPr>
          <p:cNvCxnSpPr>
            <a:cxnSpLocks/>
          </p:cNvCxnSpPr>
          <p:nvPr/>
        </p:nvCxnSpPr>
        <p:spPr>
          <a:xfrm>
            <a:off x="2161851" y="1752600"/>
            <a:ext cx="262153" cy="1847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4A0C1D-9E9C-47BC-AD2B-1C460C0A11B9}"/>
              </a:ext>
            </a:extLst>
          </p:cNvPr>
          <p:cNvCxnSpPr>
            <a:cxnSpLocks/>
          </p:cNvCxnSpPr>
          <p:nvPr/>
        </p:nvCxnSpPr>
        <p:spPr>
          <a:xfrm flipH="1" flipV="1">
            <a:off x="2197347" y="2512635"/>
            <a:ext cx="141707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93F819-7D00-FD78-9E01-B8BF7D425CA5}"/>
              </a:ext>
            </a:extLst>
          </p:cNvPr>
          <p:cNvCxnSpPr>
            <a:cxnSpLocks/>
          </p:cNvCxnSpPr>
          <p:nvPr/>
        </p:nvCxnSpPr>
        <p:spPr>
          <a:xfrm flipH="1" flipV="1">
            <a:off x="2620257" y="2230695"/>
            <a:ext cx="141707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D149D2-BE2C-73C7-3B05-AEF32DB2E47D}"/>
              </a:ext>
            </a:extLst>
          </p:cNvPr>
          <p:cNvCxnSpPr>
            <a:cxnSpLocks/>
          </p:cNvCxnSpPr>
          <p:nvPr/>
        </p:nvCxnSpPr>
        <p:spPr>
          <a:xfrm flipH="1" flipV="1">
            <a:off x="3317487" y="2781300"/>
            <a:ext cx="141707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5C110B-2671-5BFA-2568-E639DA47352A}"/>
              </a:ext>
            </a:extLst>
          </p:cNvPr>
          <p:cNvCxnSpPr>
            <a:cxnSpLocks/>
          </p:cNvCxnSpPr>
          <p:nvPr/>
        </p:nvCxnSpPr>
        <p:spPr>
          <a:xfrm flipH="1">
            <a:off x="3500367" y="3531870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7AD85E-7AF1-98EE-57AE-232B4F1860FA}"/>
              </a:ext>
            </a:extLst>
          </p:cNvPr>
          <p:cNvCxnSpPr>
            <a:cxnSpLocks/>
          </p:cNvCxnSpPr>
          <p:nvPr/>
        </p:nvCxnSpPr>
        <p:spPr>
          <a:xfrm flipH="1">
            <a:off x="3248763" y="2230695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8E58AE-74B1-A16D-2870-8BD8B8023F86}"/>
              </a:ext>
            </a:extLst>
          </p:cNvPr>
          <p:cNvCxnSpPr>
            <a:cxnSpLocks/>
          </p:cNvCxnSpPr>
          <p:nvPr/>
        </p:nvCxnSpPr>
        <p:spPr>
          <a:xfrm>
            <a:off x="1897425" y="3154680"/>
            <a:ext cx="262153" cy="18472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FA891C-C6A5-CD59-09F3-8C1D49B182BA}"/>
              </a:ext>
            </a:extLst>
          </p:cNvPr>
          <p:cNvCxnSpPr>
            <a:cxnSpLocks/>
          </p:cNvCxnSpPr>
          <p:nvPr/>
        </p:nvCxnSpPr>
        <p:spPr>
          <a:xfrm flipV="1">
            <a:off x="2439291" y="3938368"/>
            <a:ext cx="34803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BAEAED-C3E0-7DE6-F08C-9E77F3868928}"/>
              </a:ext>
            </a:extLst>
          </p:cNvPr>
          <p:cNvCxnSpPr>
            <a:cxnSpLocks/>
          </p:cNvCxnSpPr>
          <p:nvPr/>
        </p:nvCxnSpPr>
        <p:spPr>
          <a:xfrm flipV="1">
            <a:off x="2953641" y="3774538"/>
            <a:ext cx="34803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E41369-E7F2-E273-59BD-5396BDB5607E}"/>
              </a:ext>
            </a:extLst>
          </p:cNvPr>
          <p:cNvCxnSpPr>
            <a:cxnSpLocks/>
          </p:cNvCxnSpPr>
          <p:nvPr/>
        </p:nvCxnSpPr>
        <p:spPr>
          <a:xfrm flipV="1">
            <a:off x="2684042" y="3505873"/>
            <a:ext cx="34803" cy="268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0A4D07D-BCC4-1A7E-BD87-CDDD82CC1680}"/>
              </a:ext>
            </a:extLst>
          </p:cNvPr>
          <p:cNvSpPr txBox="1"/>
          <p:nvPr/>
        </p:nvSpPr>
        <p:spPr>
          <a:xfrm>
            <a:off x="1044832" y="1976837"/>
            <a:ext cx="57670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Label:2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B126F-BC1A-378B-3FC0-10E79A9BE83B}"/>
              </a:ext>
            </a:extLst>
          </p:cNvPr>
          <p:cNvSpPr txBox="1"/>
          <p:nvPr/>
        </p:nvSpPr>
        <p:spPr>
          <a:xfrm>
            <a:off x="1897425" y="1625642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59E6A-4A05-FCBE-EB2D-8C758F352D2E}"/>
              </a:ext>
            </a:extLst>
          </p:cNvPr>
          <p:cNvSpPr txBox="1"/>
          <p:nvPr/>
        </p:nvSpPr>
        <p:spPr>
          <a:xfrm>
            <a:off x="2659081" y="2428384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3286E1-0AAF-FA9B-27A3-76D0F1883F0A}"/>
              </a:ext>
            </a:extLst>
          </p:cNvPr>
          <p:cNvSpPr txBox="1"/>
          <p:nvPr/>
        </p:nvSpPr>
        <p:spPr>
          <a:xfrm>
            <a:off x="2287146" y="2628380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D36DF4-E730-99AB-5348-573BECA1F9C4}"/>
              </a:ext>
            </a:extLst>
          </p:cNvPr>
          <p:cNvSpPr txBox="1"/>
          <p:nvPr/>
        </p:nvSpPr>
        <p:spPr>
          <a:xfrm>
            <a:off x="1621536" y="3027722"/>
            <a:ext cx="3257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2487AC-8775-FC3C-CDAB-497A20C8BF8F}"/>
              </a:ext>
            </a:extLst>
          </p:cNvPr>
          <p:cNvSpPr txBox="1"/>
          <p:nvPr/>
        </p:nvSpPr>
        <p:spPr>
          <a:xfrm>
            <a:off x="3500367" y="2059616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672214-C7B3-7B9A-1230-01B4C9B5A5A9}"/>
              </a:ext>
            </a:extLst>
          </p:cNvPr>
          <p:cNvSpPr txBox="1"/>
          <p:nvPr/>
        </p:nvSpPr>
        <p:spPr>
          <a:xfrm>
            <a:off x="3396839" y="2975733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9EDF9F-8F31-EB0A-0BA9-9EB3C8481F8D}"/>
              </a:ext>
            </a:extLst>
          </p:cNvPr>
          <p:cNvSpPr txBox="1"/>
          <p:nvPr/>
        </p:nvSpPr>
        <p:spPr>
          <a:xfrm>
            <a:off x="2570366" y="3717113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CD6143-8946-62A3-494F-EABD91C780BA}"/>
              </a:ext>
            </a:extLst>
          </p:cNvPr>
          <p:cNvSpPr txBox="1"/>
          <p:nvPr/>
        </p:nvSpPr>
        <p:spPr>
          <a:xfrm>
            <a:off x="2268200" y="4207033"/>
            <a:ext cx="3520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707AD0-B747-05B6-2FAC-6CB5D564D3FD}"/>
              </a:ext>
            </a:extLst>
          </p:cNvPr>
          <p:cNvSpPr txBox="1"/>
          <p:nvPr/>
        </p:nvSpPr>
        <p:spPr>
          <a:xfrm>
            <a:off x="2761964" y="4028756"/>
            <a:ext cx="3520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B42E7E-89D5-B87E-E45C-BE76BC47AC71}"/>
              </a:ext>
            </a:extLst>
          </p:cNvPr>
          <p:cNvSpPr txBox="1"/>
          <p:nvPr/>
        </p:nvSpPr>
        <p:spPr>
          <a:xfrm>
            <a:off x="3746245" y="3404912"/>
            <a:ext cx="35205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990C168-3F0C-EB25-CE6C-5296C58F37D8}"/>
              </a:ext>
            </a:extLst>
          </p:cNvPr>
          <p:cNvCxnSpPr>
            <a:cxnSpLocks/>
          </p:cNvCxnSpPr>
          <p:nvPr/>
        </p:nvCxnSpPr>
        <p:spPr>
          <a:xfrm flipH="1">
            <a:off x="7327033" y="2201147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5DF486-1AD3-9BF6-9A84-341BA7CCECDA}"/>
              </a:ext>
            </a:extLst>
          </p:cNvPr>
          <p:cNvCxnSpPr>
            <a:cxnSpLocks/>
          </p:cNvCxnSpPr>
          <p:nvPr/>
        </p:nvCxnSpPr>
        <p:spPr>
          <a:xfrm flipH="1">
            <a:off x="7333929" y="3470228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3CD21B-C656-C999-91A3-6E96370DD0F9}"/>
              </a:ext>
            </a:extLst>
          </p:cNvPr>
          <p:cNvCxnSpPr>
            <a:cxnSpLocks/>
          </p:cNvCxnSpPr>
          <p:nvPr/>
        </p:nvCxnSpPr>
        <p:spPr>
          <a:xfrm flipH="1">
            <a:off x="6884670" y="1891910"/>
            <a:ext cx="282642" cy="8283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85A9101-FD5F-C892-EA64-A95CAA066D4C}"/>
              </a:ext>
            </a:extLst>
          </p:cNvPr>
          <p:cNvCxnSpPr>
            <a:cxnSpLocks/>
          </p:cNvCxnSpPr>
          <p:nvPr/>
        </p:nvCxnSpPr>
        <p:spPr>
          <a:xfrm>
            <a:off x="6630282" y="2413882"/>
            <a:ext cx="254388" cy="98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38244D-65FE-0043-2A36-5C7383C0FD3B}"/>
              </a:ext>
            </a:extLst>
          </p:cNvPr>
          <p:cNvCxnSpPr>
            <a:cxnSpLocks/>
          </p:cNvCxnSpPr>
          <p:nvPr/>
        </p:nvCxnSpPr>
        <p:spPr>
          <a:xfrm>
            <a:off x="5405696" y="2164482"/>
            <a:ext cx="254388" cy="98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EC55AC9-6123-E964-5C18-4A1612D4C1AE}"/>
              </a:ext>
            </a:extLst>
          </p:cNvPr>
          <p:cNvCxnSpPr>
            <a:cxnSpLocks/>
          </p:cNvCxnSpPr>
          <p:nvPr/>
        </p:nvCxnSpPr>
        <p:spPr>
          <a:xfrm>
            <a:off x="6080970" y="1780805"/>
            <a:ext cx="254388" cy="98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E4DF5C4-EF09-E492-45BB-6CEA31581921}"/>
              </a:ext>
            </a:extLst>
          </p:cNvPr>
          <p:cNvCxnSpPr>
            <a:cxnSpLocks/>
          </p:cNvCxnSpPr>
          <p:nvPr/>
        </p:nvCxnSpPr>
        <p:spPr>
          <a:xfrm>
            <a:off x="5841612" y="3055927"/>
            <a:ext cx="254388" cy="98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B3F3837-61E2-DD61-CC2D-AD805A4BA754}"/>
              </a:ext>
            </a:extLst>
          </p:cNvPr>
          <p:cNvCxnSpPr>
            <a:cxnSpLocks/>
          </p:cNvCxnSpPr>
          <p:nvPr/>
        </p:nvCxnSpPr>
        <p:spPr>
          <a:xfrm flipV="1">
            <a:off x="5932264" y="3697545"/>
            <a:ext cx="275900" cy="1956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6A796B-7CC7-5E6D-F9D1-F294B6CF643B}"/>
              </a:ext>
            </a:extLst>
          </p:cNvPr>
          <p:cNvCxnSpPr>
            <a:cxnSpLocks/>
          </p:cNvCxnSpPr>
          <p:nvPr/>
        </p:nvCxnSpPr>
        <p:spPr>
          <a:xfrm flipV="1">
            <a:off x="6923064" y="3908870"/>
            <a:ext cx="231037" cy="11988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FDE5670-BD1E-5FC5-772C-55B7E1387804}"/>
              </a:ext>
            </a:extLst>
          </p:cNvPr>
          <p:cNvCxnSpPr>
            <a:cxnSpLocks/>
          </p:cNvCxnSpPr>
          <p:nvPr/>
        </p:nvCxnSpPr>
        <p:spPr>
          <a:xfrm flipH="1">
            <a:off x="7063971" y="2819523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B3F9F3-BDB2-DC6B-FA2C-5AB54A8265A6}"/>
              </a:ext>
            </a:extLst>
          </p:cNvPr>
          <p:cNvCxnSpPr>
            <a:cxnSpLocks/>
          </p:cNvCxnSpPr>
          <p:nvPr/>
        </p:nvCxnSpPr>
        <p:spPr>
          <a:xfrm flipH="1" flipV="1">
            <a:off x="6558888" y="3656660"/>
            <a:ext cx="256148" cy="1705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FC04A6-B43A-A2F3-6AD6-AC464237B4F2}"/>
              </a:ext>
            </a:extLst>
          </p:cNvPr>
          <p:cNvCxnSpPr>
            <a:cxnSpLocks/>
          </p:cNvCxnSpPr>
          <p:nvPr/>
        </p:nvCxnSpPr>
        <p:spPr>
          <a:xfrm>
            <a:off x="6318645" y="2645444"/>
            <a:ext cx="52946" cy="2957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3DCAD1A-FC5D-2CEE-A49D-FAE292D7FF66}"/>
              </a:ext>
            </a:extLst>
          </p:cNvPr>
          <p:cNvCxnSpPr>
            <a:cxnSpLocks/>
          </p:cNvCxnSpPr>
          <p:nvPr/>
        </p:nvCxnSpPr>
        <p:spPr>
          <a:xfrm flipV="1">
            <a:off x="5712687" y="2512635"/>
            <a:ext cx="119168" cy="2908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B50E42D-7E78-924F-00AD-1E83F05130AE}"/>
              </a:ext>
            </a:extLst>
          </p:cNvPr>
          <p:cNvSpPr txBox="1"/>
          <p:nvPr/>
        </p:nvSpPr>
        <p:spPr>
          <a:xfrm>
            <a:off x="6382971" y="2321152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1F7B79-1940-249A-B82F-0B0B2D3D7884}"/>
              </a:ext>
            </a:extLst>
          </p:cNvPr>
          <p:cNvSpPr txBox="1"/>
          <p:nvPr/>
        </p:nvSpPr>
        <p:spPr>
          <a:xfrm>
            <a:off x="7576952" y="2086900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E4BC9B-4D98-A95C-9AE0-45022D5469EF}"/>
              </a:ext>
            </a:extLst>
          </p:cNvPr>
          <p:cNvSpPr txBox="1"/>
          <p:nvPr/>
        </p:nvSpPr>
        <p:spPr>
          <a:xfrm>
            <a:off x="7327033" y="2675694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A6830E-4E2E-D59C-A9D9-D2260324C4E3}"/>
              </a:ext>
            </a:extLst>
          </p:cNvPr>
          <p:cNvSpPr txBox="1"/>
          <p:nvPr/>
        </p:nvSpPr>
        <p:spPr>
          <a:xfrm>
            <a:off x="5095516" y="2074189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E68CCE-433B-60D7-841A-29B0DC3FD07C}"/>
              </a:ext>
            </a:extLst>
          </p:cNvPr>
          <p:cNvSpPr txBox="1"/>
          <p:nvPr/>
        </p:nvSpPr>
        <p:spPr>
          <a:xfrm>
            <a:off x="5815226" y="1650506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33851B-D97C-DAC8-2386-8B5702036033}"/>
              </a:ext>
            </a:extLst>
          </p:cNvPr>
          <p:cNvSpPr txBox="1"/>
          <p:nvPr/>
        </p:nvSpPr>
        <p:spPr>
          <a:xfrm>
            <a:off x="7153432" y="1736475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1AA386-2873-B5FD-2C18-0510B7E2895B}"/>
              </a:ext>
            </a:extLst>
          </p:cNvPr>
          <p:cNvSpPr txBox="1"/>
          <p:nvPr/>
        </p:nvSpPr>
        <p:spPr>
          <a:xfrm>
            <a:off x="5505751" y="2733342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25BFA9-34F5-0590-62F3-16B357B23E73}"/>
              </a:ext>
            </a:extLst>
          </p:cNvPr>
          <p:cNvSpPr txBox="1"/>
          <p:nvPr/>
        </p:nvSpPr>
        <p:spPr>
          <a:xfrm>
            <a:off x="5536146" y="2941243"/>
            <a:ext cx="3495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714AF01-2116-036B-3536-4D3839C069F5}"/>
              </a:ext>
            </a:extLst>
          </p:cNvPr>
          <p:cNvSpPr txBox="1"/>
          <p:nvPr/>
        </p:nvSpPr>
        <p:spPr>
          <a:xfrm>
            <a:off x="5657095" y="3588465"/>
            <a:ext cx="3495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C56EFB-E34B-00B6-9515-6B135AA2DD5E}"/>
              </a:ext>
            </a:extLst>
          </p:cNvPr>
          <p:cNvSpPr txBox="1"/>
          <p:nvPr/>
        </p:nvSpPr>
        <p:spPr>
          <a:xfrm>
            <a:off x="6725038" y="3707329"/>
            <a:ext cx="3495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E7F6D18-C779-D927-723A-0ACE35E23613}"/>
              </a:ext>
            </a:extLst>
          </p:cNvPr>
          <p:cNvSpPr txBox="1"/>
          <p:nvPr/>
        </p:nvSpPr>
        <p:spPr>
          <a:xfrm>
            <a:off x="6109323" y="2448110"/>
            <a:ext cx="3495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EADF14-4937-432A-9BBF-23D3F886A8C8}"/>
              </a:ext>
            </a:extLst>
          </p:cNvPr>
          <p:cNvSpPr txBox="1"/>
          <p:nvPr/>
        </p:nvSpPr>
        <p:spPr>
          <a:xfrm>
            <a:off x="7583709" y="3334549"/>
            <a:ext cx="3240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DD532D0-78FC-5A09-2ED7-4EF6A854204F}"/>
              </a:ext>
            </a:extLst>
          </p:cNvPr>
          <p:cNvSpPr txBox="1"/>
          <p:nvPr/>
        </p:nvSpPr>
        <p:spPr>
          <a:xfrm>
            <a:off x="6653032" y="3938368"/>
            <a:ext cx="3240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469D57A-8CD7-99A2-DFFF-ACE197975053}"/>
              </a:ext>
            </a:extLst>
          </p:cNvPr>
          <p:cNvCxnSpPr>
            <a:cxnSpLocks/>
          </p:cNvCxnSpPr>
          <p:nvPr/>
        </p:nvCxnSpPr>
        <p:spPr>
          <a:xfrm flipH="1">
            <a:off x="10938189" y="3263926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36CF4F7-5D84-347A-4156-A5DFFAF2BD95}"/>
              </a:ext>
            </a:extLst>
          </p:cNvPr>
          <p:cNvCxnSpPr>
            <a:cxnSpLocks/>
          </p:cNvCxnSpPr>
          <p:nvPr/>
        </p:nvCxnSpPr>
        <p:spPr>
          <a:xfrm flipH="1">
            <a:off x="11296329" y="3637748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9FE5036-5177-AC30-4A1B-BFB706053B5E}"/>
              </a:ext>
            </a:extLst>
          </p:cNvPr>
          <p:cNvCxnSpPr>
            <a:cxnSpLocks/>
          </p:cNvCxnSpPr>
          <p:nvPr/>
        </p:nvCxnSpPr>
        <p:spPr>
          <a:xfrm flipH="1">
            <a:off x="11086707" y="2846772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88712F5-0671-DBF4-FEFC-6D1BBDEF7C1B}"/>
              </a:ext>
            </a:extLst>
          </p:cNvPr>
          <p:cNvCxnSpPr>
            <a:cxnSpLocks/>
          </p:cNvCxnSpPr>
          <p:nvPr/>
        </p:nvCxnSpPr>
        <p:spPr>
          <a:xfrm flipH="1">
            <a:off x="11193193" y="2545542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53935E9-2398-97DF-F33D-09E86C13F53E}"/>
              </a:ext>
            </a:extLst>
          </p:cNvPr>
          <p:cNvCxnSpPr>
            <a:cxnSpLocks/>
          </p:cNvCxnSpPr>
          <p:nvPr/>
        </p:nvCxnSpPr>
        <p:spPr>
          <a:xfrm flipH="1">
            <a:off x="11226283" y="2159971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598644C-8C85-94F5-C484-F15861BC1BD3}"/>
              </a:ext>
            </a:extLst>
          </p:cNvPr>
          <p:cNvCxnSpPr>
            <a:cxnSpLocks/>
          </p:cNvCxnSpPr>
          <p:nvPr/>
        </p:nvCxnSpPr>
        <p:spPr>
          <a:xfrm flipH="1">
            <a:off x="11086707" y="1984379"/>
            <a:ext cx="279153" cy="165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9D47E1A-E80A-27EE-E154-AF3BF2E8388C}"/>
              </a:ext>
            </a:extLst>
          </p:cNvPr>
          <p:cNvCxnSpPr>
            <a:cxnSpLocks/>
          </p:cNvCxnSpPr>
          <p:nvPr/>
        </p:nvCxnSpPr>
        <p:spPr>
          <a:xfrm flipH="1">
            <a:off x="10960462" y="1879558"/>
            <a:ext cx="335867" cy="105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79FCA8C-BED4-500C-C807-730E11201EB4}"/>
              </a:ext>
            </a:extLst>
          </p:cNvPr>
          <p:cNvCxnSpPr>
            <a:cxnSpLocks/>
          </p:cNvCxnSpPr>
          <p:nvPr/>
        </p:nvCxnSpPr>
        <p:spPr>
          <a:xfrm flipH="1">
            <a:off x="11022487" y="1712114"/>
            <a:ext cx="335867" cy="105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BE742BD-5F45-9AAE-6827-95286BB1E41C}"/>
              </a:ext>
            </a:extLst>
          </p:cNvPr>
          <p:cNvCxnSpPr>
            <a:cxnSpLocks/>
          </p:cNvCxnSpPr>
          <p:nvPr/>
        </p:nvCxnSpPr>
        <p:spPr>
          <a:xfrm flipV="1">
            <a:off x="10746001" y="4011927"/>
            <a:ext cx="291260" cy="168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EBF0215-350C-8222-C957-4FC8EF37FAB5}"/>
              </a:ext>
            </a:extLst>
          </p:cNvPr>
          <p:cNvCxnSpPr>
            <a:cxnSpLocks/>
          </p:cNvCxnSpPr>
          <p:nvPr/>
        </p:nvCxnSpPr>
        <p:spPr>
          <a:xfrm flipV="1">
            <a:off x="10490873" y="3825552"/>
            <a:ext cx="231360" cy="1863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6F691D1-F982-8EDB-F6B3-8F3BDE2BE2E8}"/>
              </a:ext>
            </a:extLst>
          </p:cNvPr>
          <p:cNvCxnSpPr>
            <a:cxnSpLocks/>
          </p:cNvCxnSpPr>
          <p:nvPr/>
        </p:nvCxnSpPr>
        <p:spPr>
          <a:xfrm flipV="1">
            <a:off x="9994705" y="3961529"/>
            <a:ext cx="231360" cy="1863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D03C2A0-1DAD-D035-35A5-3EA15AACEE18}"/>
              </a:ext>
            </a:extLst>
          </p:cNvPr>
          <p:cNvCxnSpPr>
            <a:cxnSpLocks/>
          </p:cNvCxnSpPr>
          <p:nvPr/>
        </p:nvCxnSpPr>
        <p:spPr>
          <a:xfrm flipV="1">
            <a:off x="9702321" y="3160388"/>
            <a:ext cx="231360" cy="1863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B502120-D87D-405A-0341-CB786DED0B8B}"/>
              </a:ext>
            </a:extLst>
          </p:cNvPr>
          <p:cNvCxnSpPr>
            <a:cxnSpLocks/>
          </p:cNvCxnSpPr>
          <p:nvPr/>
        </p:nvCxnSpPr>
        <p:spPr>
          <a:xfrm flipH="1">
            <a:off x="10246326" y="2718401"/>
            <a:ext cx="166917" cy="1972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EFA706A-6950-F138-E5EF-44B4A7758755}"/>
              </a:ext>
            </a:extLst>
          </p:cNvPr>
          <p:cNvCxnSpPr>
            <a:cxnSpLocks/>
          </p:cNvCxnSpPr>
          <p:nvPr/>
        </p:nvCxnSpPr>
        <p:spPr>
          <a:xfrm flipV="1">
            <a:off x="9213156" y="2658067"/>
            <a:ext cx="231360" cy="1863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AB49C78-4CAA-EEB2-368B-37654E1E26C8}"/>
              </a:ext>
            </a:extLst>
          </p:cNvPr>
          <p:cNvCxnSpPr>
            <a:cxnSpLocks/>
          </p:cNvCxnSpPr>
          <p:nvPr/>
        </p:nvCxnSpPr>
        <p:spPr>
          <a:xfrm flipV="1">
            <a:off x="9683430" y="2535555"/>
            <a:ext cx="231360" cy="1863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087DD66-22BE-380F-293E-FADD966C098E}"/>
              </a:ext>
            </a:extLst>
          </p:cNvPr>
          <p:cNvCxnSpPr>
            <a:cxnSpLocks/>
          </p:cNvCxnSpPr>
          <p:nvPr/>
        </p:nvCxnSpPr>
        <p:spPr>
          <a:xfrm flipV="1">
            <a:off x="10221895" y="2313532"/>
            <a:ext cx="135052" cy="25489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66CC004-D6AA-E25B-7C9A-54694CA45387}"/>
              </a:ext>
            </a:extLst>
          </p:cNvPr>
          <p:cNvCxnSpPr>
            <a:cxnSpLocks/>
          </p:cNvCxnSpPr>
          <p:nvPr/>
        </p:nvCxnSpPr>
        <p:spPr>
          <a:xfrm>
            <a:off x="9082255" y="2340517"/>
            <a:ext cx="305043" cy="470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2A05F08-2A56-839F-9E16-F9727D1E6CD2}"/>
              </a:ext>
            </a:extLst>
          </p:cNvPr>
          <p:cNvCxnSpPr>
            <a:cxnSpLocks/>
          </p:cNvCxnSpPr>
          <p:nvPr/>
        </p:nvCxnSpPr>
        <p:spPr>
          <a:xfrm>
            <a:off x="9552771" y="2086900"/>
            <a:ext cx="305043" cy="470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3F8E06C7-6E0B-CA55-7815-78FAC4180414}"/>
              </a:ext>
            </a:extLst>
          </p:cNvPr>
          <p:cNvCxnSpPr>
            <a:cxnSpLocks/>
          </p:cNvCxnSpPr>
          <p:nvPr/>
        </p:nvCxnSpPr>
        <p:spPr>
          <a:xfrm>
            <a:off x="9863278" y="1832475"/>
            <a:ext cx="305043" cy="470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F6D16C46-AE1F-3170-EF61-AC0913119E2A}"/>
              </a:ext>
            </a:extLst>
          </p:cNvPr>
          <p:cNvSpPr txBox="1"/>
          <p:nvPr/>
        </p:nvSpPr>
        <p:spPr>
          <a:xfrm>
            <a:off x="11458868" y="2054720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80E3C18-91F0-1F7F-18C9-D546F4B316D3}"/>
              </a:ext>
            </a:extLst>
          </p:cNvPr>
          <p:cNvSpPr txBox="1"/>
          <p:nvPr/>
        </p:nvSpPr>
        <p:spPr>
          <a:xfrm>
            <a:off x="11444405" y="2428384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57C8E1B-2F7F-7CBC-04EE-A2701DD9603B}"/>
              </a:ext>
            </a:extLst>
          </p:cNvPr>
          <p:cNvSpPr txBox="1"/>
          <p:nvPr/>
        </p:nvSpPr>
        <p:spPr>
          <a:xfrm>
            <a:off x="11325276" y="2733342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0A0AABC-E573-E8C9-DDDB-11BD9584BE97}"/>
              </a:ext>
            </a:extLst>
          </p:cNvPr>
          <p:cNvSpPr txBox="1"/>
          <p:nvPr/>
        </p:nvSpPr>
        <p:spPr>
          <a:xfrm>
            <a:off x="11226283" y="3169295"/>
            <a:ext cx="349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06DF772-0D6B-00F4-1ADF-6B580B6A6FAE}"/>
              </a:ext>
            </a:extLst>
          </p:cNvPr>
          <p:cNvSpPr txBox="1"/>
          <p:nvPr/>
        </p:nvSpPr>
        <p:spPr>
          <a:xfrm>
            <a:off x="11524436" y="3453521"/>
            <a:ext cx="349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8C38B1C-7BA6-4DF9-9105-DCBCC199B2F0}"/>
              </a:ext>
            </a:extLst>
          </p:cNvPr>
          <p:cNvSpPr txBox="1"/>
          <p:nvPr/>
        </p:nvSpPr>
        <p:spPr>
          <a:xfrm>
            <a:off x="10461104" y="3969030"/>
            <a:ext cx="349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D6EE98C-DDA5-003F-3CA1-D110FE0706A9}"/>
              </a:ext>
            </a:extLst>
          </p:cNvPr>
          <p:cNvSpPr txBox="1"/>
          <p:nvPr/>
        </p:nvSpPr>
        <p:spPr>
          <a:xfrm>
            <a:off x="8813948" y="2226398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D09CB7-1923-96DD-A574-D0E136C8AF8A}"/>
              </a:ext>
            </a:extLst>
          </p:cNvPr>
          <p:cNvSpPr txBox="1"/>
          <p:nvPr/>
        </p:nvSpPr>
        <p:spPr>
          <a:xfrm>
            <a:off x="9327978" y="1959942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3AD4AE-EAB9-25BB-AFCC-57AD0A2823BA}"/>
              </a:ext>
            </a:extLst>
          </p:cNvPr>
          <p:cNvSpPr txBox="1"/>
          <p:nvPr/>
        </p:nvSpPr>
        <p:spPr>
          <a:xfrm>
            <a:off x="9624427" y="1679413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50D5C55-580C-AFA9-242E-E1930C84D2BE}"/>
              </a:ext>
            </a:extLst>
          </p:cNvPr>
          <p:cNvSpPr txBox="1"/>
          <p:nvPr/>
        </p:nvSpPr>
        <p:spPr>
          <a:xfrm>
            <a:off x="11330679" y="1579403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BE06B3A-90C1-935E-4BC3-6928EB28A143}"/>
              </a:ext>
            </a:extLst>
          </p:cNvPr>
          <p:cNvSpPr txBox="1"/>
          <p:nvPr/>
        </p:nvSpPr>
        <p:spPr>
          <a:xfrm>
            <a:off x="11262263" y="1708205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48D572-0ED4-9BB8-FCFC-EACCD77A53BB}"/>
              </a:ext>
            </a:extLst>
          </p:cNvPr>
          <p:cNvSpPr txBox="1"/>
          <p:nvPr/>
        </p:nvSpPr>
        <p:spPr>
          <a:xfrm>
            <a:off x="11313328" y="1864255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4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1407797-0244-6F2E-87D6-8F95934BE5EB}"/>
              </a:ext>
            </a:extLst>
          </p:cNvPr>
          <p:cNvSpPr txBox="1"/>
          <p:nvPr/>
        </p:nvSpPr>
        <p:spPr>
          <a:xfrm>
            <a:off x="9514489" y="2640209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5FD6284-9D68-867E-30EE-501EA1CA7FFB}"/>
              </a:ext>
            </a:extLst>
          </p:cNvPr>
          <p:cNvSpPr txBox="1"/>
          <p:nvPr/>
        </p:nvSpPr>
        <p:spPr>
          <a:xfrm>
            <a:off x="10055204" y="2501421"/>
            <a:ext cx="2621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2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6C9F5F-63B4-390C-3D5C-1F3CB19D8E99}"/>
              </a:ext>
            </a:extLst>
          </p:cNvPr>
          <p:cNvSpPr txBox="1"/>
          <p:nvPr/>
        </p:nvSpPr>
        <p:spPr>
          <a:xfrm>
            <a:off x="8922209" y="2773806"/>
            <a:ext cx="33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94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41EB39A-2C5C-E51A-4BDE-0E00F3FC2F7B}"/>
              </a:ext>
            </a:extLst>
          </p:cNvPr>
          <p:cNvSpPr txBox="1"/>
          <p:nvPr/>
        </p:nvSpPr>
        <p:spPr>
          <a:xfrm>
            <a:off x="9375162" y="3256293"/>
            <a:ext cx="33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5CDD0B9-2DEF-4FC4-08D8-CDBC66051D29}"/>
              </a:ext>
            </a:extLst>
          </p:cNvPr>
          <p:cNvSpPr txBox="1"/>
          <p:nvPr/>
        </p:nvSpPr>
        <p:spPr>
          <a:xfrm>
            <a:off x="9722836" y="4041030"/>
            <a:ext cx="33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96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C4B9B6F-C38B-DFC5-D009-04CA0268037F}"/>
              </a:ext>
            </a:extLst>
          </p:cNvPr>
          <p:cNvSpPr txBox="1"/>
          <p:nvPr/>
        </p:nvSpPr>
        <p:spPr>
          <a:xfrm>
            <a:off x="10160889" y="3953117"/>
            <a:ext cx="33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DFD308D-1BB7-55B6-85FD-8EE76C8904C2}"/>
              </a:ext>
            </a:extLst>
          </p:cNvPr>
          <p:cNvSpPr txBox="1"/>
          <p:nvPr/>
        </p:nvSpPr>
        <p:spPr>
          <a:xfrm>
            <a:off x="10347353" y="2491698"/>
            <a:ext cx="3323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69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E2D6300-BFBC-D1A6-586F-8FAA675DA1F0}"/>
              </a:ext>
            </a:extLst>
          </p:cNvPr>
          <p:cNvSpPr txBox="1"/>
          <p:nvPr/>
        </p:nvSpPr>
        <p:spPr>
          <a:xfrm>
            <a:off x="2018018" y="5364103"/>
            <a:ext cx="123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t=45(min)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4EE1F27-EEB5-306F-499B-66D5F1C4DE4B}"/>
              </a:ext>
            </a:extLst>
          </p:cNvPr>
          <p:cNvSpPr txBox="1"/>
          <p:nvPr/>
        </p:nvSpPr>
        <p:spPr>
          <a:xfrm>
            <a:off x="6063036" y="5336948"/>
            <a:ext cx="123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t=75(min)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515942-014E-851B-424F-A09386998375}"/>
              </a:ext>
            </a:extLst>
          </p:cNvPr>
          <p:cNvSpPr txBox="1"/>
          <p:nvPr/>
        </p:nvSpPr>
        <p:spPr>
          <a:xfrm>
            <a:off x="9986597" y="5280487"/>
            <a:ext cx="123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t=105(min)</a:t>
            </a:r>
          </a:p>
        </p:txBody>
      </p:sp>
    </p:spTree>
    <p:extLst>
      <p:ext uri="{BB962C8B-B14F-4D97-AF65-F5344CB8AC3E}">
        <p14:creationId xmlns:p14="http://schemas.microsoft.com/office/powerpoint/2010/main" val="138949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126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Atiyeh Ahmadi</dc:creator>
  <cp:lastModifiedBy>Atiyeh Ahmadi</cp:lastModifiedBy>
  <cp:revision>8</cp:revision>
  <dcterms:created xsi:type="dcterms:W3CDTF">2022-07-05T19:03:00Z</dcterms:created>
  <dcterms:modified xsi:type="dcterms:W3CDTF">2022-07-06T00:36:02Z</dcterms:modified>
</cp:coreProperties>
</file>