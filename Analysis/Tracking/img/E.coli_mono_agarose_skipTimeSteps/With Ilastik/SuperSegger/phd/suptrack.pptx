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043" y="-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9BDD-7415-F0F2-373F-D2AF572D9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4E048E-FD6C-09E2-35F3-6E57DE64D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1D565-F836-C9DE-1086-317E4E252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D6157-3D9A-97AE-4CB4-9B2A35EB1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D2ECF-D0A0-E654-1AE7-82286FEC4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5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DCB8-4A32-8F28-815C-24776706B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19794-3F8C-6DA4-6B66-24A71280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971A6-C67A-E1B2-BF37-71F6CEED6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439C8-A2CB-6199-87EA-E0A4A31C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6A4D1-45AB-869D-70D1-0EFD456A4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16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04169-1964-2490-A7B9-E8B1E104B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FFC37-4A44-162E-1F84-7231A3BE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596DE-FE92-2470-B732-6B8E8F3CA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66B86-13E5-400C-7BC9-D76FC3AE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B2439-BCFB-473A-78B1-D972196C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0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61343-17EF-18F6-D35B-A9588AE11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A000A-7469-21E8-D1DC-630999C75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F9687-FC78-DD5D-724B-9612C5B09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EA4DF-6D1D-5C3A-7798-40E1F2B4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C6129-D126-5B2E-353F-D672899F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54BDB7-7EC6-D559-1E7F-BDE9A171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70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792B0-4BC8-A7DE-67AF-8B7A1358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C4609-4845-D002-608D-4AD8398C5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9ED10C-2203-1C7A-15C2-B8A8F13B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4BFEFD-0BF2-ACC3-29F0-7B3F1333A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C5BE3-C763-4058-BF5B-CF1057105B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E33ACD-8FDB-2F5C-B792-127752B8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B1A48-98A5-756C-0BFF-F8AE2665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97A4F8-7C5E-FB68-6BF3-B0D30279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27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A2D41-01D5-EB6C-B2A9-99A1365B5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57524-5924-E3C6-EFBC-7836B960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3E9C09-FC72-502B-274D-11F3D77E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DAC587-2CD2-151E-2B29-35458EEED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86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E27740-0F40-6D80-BDFD-B727B5FC3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593BFF-81FC-0EAD-A4D6-4940B0A7C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B69E8-AA73-68C2-102A-765EB237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37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0CE8-810A-20F8-1CF0-8D7B9DE78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4BD16-77D8-AAD2-AEAE-67DA9B12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8D7AA-49A8-B546-3A83-08D88C850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EE433F-3DD9-6AF1-C0F9-4B4211559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06C3F-5E24-A968-1899-EE077743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C112C-031C-6442-3320-A46F74593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200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5591C-7A45-36E7-A151-40AC1019B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04A498-7BE6-7496-0F28-03FA4FA17C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315351-F7F5-0CF8-BA2D-07202E273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B6FCB-B9F1-B55E-DDD4-912BC21FF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C254A-5989-F584-01C9-CD89EF15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88E51-20C6-7B22-993D-F7546B9D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70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C0BA-2424-EF01-67FD-0568E2C3C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9A639-3670-0E61-08B2-64EEDD023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38F96-40BE-03CA-679C-D72DBC94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6283-61CE-3805-D996-CDAB705CA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B5F14-5A48-1588-AE50-6B789B780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27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9514E-1E5F-3993-E3B5-B9B37FF401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D5443-9201-5035-042F-27A6D1A27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9452A-6177-30EE-1820-84C4333C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4D2C6-4590-30EB-71F3-26BC4157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FCF4F-0483-0471-3C23-D9589754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26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28ADD-E48F-0162-F53D-6DA2FA37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F2184-4235-95E1-3019-5012C2E2B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16081-CF18-625C-F305-4E34FD6E2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9BEB5-6148-49FD-82C8-9D3F9BEB03D0}" type="datetimeFigureOut">
              <a:rPr lang="en-US" smtClean="0"/>
              <a:t>7/5/2022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79364-EC9C-E426-BE98-F2DBB436E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50D3-F2E3-643E-ABA9-BB406DA4B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69D1E2-291C-4554-9012-B921D84B1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194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64D42200-E2BD-982E-8524-6FA3FAAB50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845" y="1097841"/>
            <a:ext cx="4005080" cy="3768860"/>
          </a:xfrm>
          <a:prstGeom prst="rect">
            <a:avLst/>
          </a:prstGeom>
        </p:spPr>
      </p:pic>
      <p:pic>
        <p:nvPicPr>
          <p:cNvPr id="7" name="Picture 6" descr="A picture containing chart&#10;&#10;Description automatically generated">
            <a:extLst>
              <a:ext uri="{FF2B5EF4-FFF2-40B4-BE49-F238E27FC236}">
                <a16:creationId xmlns:a16="http://schemas.microsoft.com/office/drawing/2014/main" id="{A68D5E8A-F4F8-6B1C-32B8-6A6FB30CDA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906" y="1097841"/>
            <a:ext cx="3934976" cy="3796292"/>
          </a:xfrm>
          <a:prstGeom prst="rect">
            <a:avLst/>
          </a:prstGeom>
        </p:spPr>
      </p:pic>
      <p:pic>
        <p:nvPicPr>
          <p:cNvPr id="9" name="Picture 8" descr="A picture containing chart&#10;&#10;Description automatically generated">
            <a:extLst>
              <a:ext uri="{FF2B5EF4-FFF2-40B4-BE49-F238E27FC236}">
                <a16:creationId xmlns:a16="http://schemas.microsoft.com/office/drawing/2014/main" id="{0C773F16-9384-9D50-4EBE-3B94E19FC9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888" y="1076505"/>
            <a:ext cx="3915164" cy="38389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023F783-A774-E502-CEDA-E5AE70410DB2}"/>
              </a:ext>
            </a:extLst>
          </p:cNvPr>
          <p:cNvSpPr txBox="1"/>
          <p:nvPr/>
        </p:nvSpPr>
        <p:spPr>
          <a:xfrm>
            <a:off x="1946787" y="5093110"/>
            <a:ext cx="766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B32C51-FA22-F98A-F8A5-8C38622C73AA}"/>
              </a:ext>
            </a:extLst>
          </p:cNvPr>
          <p:cNvSpPr txBox="1"/>
          <p:nvPr/>
        </p:nvSpPr>
        <p:spPr>
          <a:xfrm>
            <a:off x="6096000" y="5093110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t=15 (min)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20058F-0425-A739-45C0-882939A13DC2}"/>
              </a:ext>
            </a:extLst>
          </p:cNvPr>
          <p:cNvSpPr txBox="1"/>
          <p:nvPr/>
        </p:nvSpPr>
        <p:spPr>
          <a:xfrm>
            <a:off x="9640529" y="5093110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t=30 (min)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4503F04-D4C1-E6F3-CAFF-8EC938176F24}"/>
              </a:ext>
            </a:extLst>
          </p:cNvPr>
          <p:cNvCxnSpPr/>
          <p:nvPr/>
        </p:nvCxnSpPr>
        <p:spPr>
          <a:xfrm>
            <a:off x="1435510" y="1435510"/>
            <a:ext cx="511277" cy="1671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E575C0-2490-70EA-7536-EB22EFD61879}"/>
              </a:ext>
            </a:extLst>
          </p:cNvPr>
          <p:cNvCxnSpPr/>
          <p:nvPr/>
        </p:nvCxnSpPr>
        <p:spPr>
          <a:xfrm>
            <a:off x="1435509" y="2912413"/>
            <a:ext cx="511277" cy="1671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E64364-8110-19D5-9499-11E3476283C5}"/>
              </a:ext>
            </a:extLst>
          </p:cNvPr>
          <p:cNvCxnSpPr/>
          <p:nvPr/>
        </p:nvCxnSpPr>
        <p:spPr>
          <a:xfrm>
            <a:off x="1818968" y="2353464"/>
            <a:ext cx="511277" cy="16714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E2B704-3843-FB2A-4B6E-B4CFA716FB24}"/>
              </a:ext>
            </a:extLst>
          </p:cNvPr>
          <p:cNvCxnSpPr>
            <a:cxnSpLocks/>
          </p:cNvCxnSpPr>
          <p:nvPr/>
        </p:nvCxnSpPr>
        <p:spPr>
          <a:xfrm flipV="1">
            <a:off x="2873320" y="3355258"/>
            <a:ext cx="140664" cy="5284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DFE81C3-58D3-F7A2-A0AF-0673E551B21E}"/>
              </a:ext>
            </a:extLst>
          </p:cNvPr>
          <p:cNvCxnSpPr>
            <a:cxnSpLocks/>
          </p:cNvCxnSpPr>
          <p:nvPr/>
        </p:nvCxnSpPr>
        <p:spPr>
          <a:xfrm flipV="1">
            <a:off x="2625213" y="3206545"/>
            <a:ext cx="0" cy="444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5BA5A4-5D00-2654-3F37-CEC0567124E3}"/>
              </a:ext>
            </a:extLst>
          </p:cNvPr>
          <p:cNvCxnSpPr>
            <a:cxnSpLocks/>
          </p:cNvCxnSpPr>
          <p:nvPr/>
        </p:nvCxnSpPr>
        <p:spPr>
          <a:xfrm flipH="1" flipV="1">
            <a:off x="2427855" y="1667119"/>
            <a:ext cx="515797" cy="23228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8FB0FE8-6240-00B3-61A4-92B41C374A7E}"/>
              </a:ext>
            </a:extLst>
          </p:cNvPr>
          <p:cNvCxnSpPr>
            <a:cxnSpLocks/>
          </p:cNvCxnSpPr>
          <p:nvPr/>
        </p:nvCxnSpPr>
        <p:spPr>
          <a:xfrm flipH="1" flipV="1">
            <a:off x="3041973" y="2411776"/>
            <a:ext cx="540775" cy="21767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2E635E2-7D3E-FA0A-0634-4814F763C7A9}"/>
              </a:ext>
            </a:extLst>
          </p:cNvPr>
          <p:cNvSpPr txBox="1"/>
          <p:nvPr/>
        </p:nvSpPr>
        <p:spPr>
          <a:xfrm>
            <a:off x="801726" y="1356852"/>
            <a:ext cx="681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F5FD77-5B2A-8D69-1DD5-0C00D969E428}"/>
              </a:ext>
            </a:extLst>
          </p:cNvPr>
          <p:cNvSpPr txBox="1"/>
          <p:nvPr/>
        </p:nvSpPr>
        <p:spPr>
          <a:xfrm>
            <a:off x="2943652" y="1711227"/>
            <a:ext cx="6816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8015A3-4408-A786-73AF-944122ABF289}"/>
              </a:ext>
            </a:extLst>
          </p:cNvPr>
          <p:cNvSpPr txBox="1"/>
          <p:nvPr/>
        </p:nvSpPr>
        <p:spPr>
          <a:xfrm>
            <a:off x="1107240" y="2218819"/>
            <a:ext cx="732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Label:11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95833F-01EA-C7E2-80F3-091A90017267}"/>
              </a:ext>
            </a:extLst>
          </p:cNvPr>
          <p:cNvSpPr txBox="1"/>
          <p:nvPr/>
        </p:nvSpPr>
        <p:spPr>
          <a:xfrm>
            <a:off x="3280666" y="2243613"/>
            <a:ext cx="732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Label:14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D948A1-2765-A94C-EECB-1469BEF968C6}"/>
              </a:ext>
            </a:extLst>
          </p:cNvPr>
          <p:cNvSpPr txBox="1"/>
          <p:nvPr/>
        </p:nvSpPr>
        <p:spPr>
          <a:xfrm>
            <a:off x="814525" y="2848996"/>
            <a:ext cx="732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4C9066-CE82-DD2B-DE3F-50DC9CE2B69B}"/>
              </a:ext>
            </a:extLst>
          </p:cNvPr>
          <p:cNvSpPr txBox="1"/>
          <p:nvPr/>
        </p:nvSpPr>
        <p:spPr>
          <a:xfrm>
            <a:off x="2151686" y="3699465"/>
            <a:ext cx="732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Label:13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91E30B6-0887-132A-8A62-75D17C6518F7}"/>
              </a:ext>
            </a:extLst>
          </p:cNvPr>
          <p:cNvSpPr txBox="1"/>
          <p:nvPr/>
        </p:nvSpPr>
        <p:spPr>
          <a:xfrm>
            <a:off x="2713703" y="3857980"/>
            <a:ext cx="7329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Label:15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9CE0B45-0880-0038-EF9C-ECE884F6AD94}"/>
              </a:ext>
            </a:extLst>
          </p:cNvPr>
          <p:cNvCxnSpPr>
            <a:cxnSpLocks/>
          </p:cNvCxnSpPr>
          <p:nvPr/>
        </p:nvCxnSpPr>
        <p:spPr>
          <a:xfrm flipV="1">
            <a:off x="6699537" y="3254555"/>
            <a:ext cx="0" cy="444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A978C74-8143-116A-CDFA-FF0549E1F0C9}"/>
              </a:ext>
            </a:extLst>
          </p:cNvPr>
          <p:cNvCxnSpPr>
            <a:cxnSpLocks/>
          </p:cNvCxnSpPr>
          <p:nvPr/>
        </p:nvCxnSpPr>
        <p:spPr>
          <a:xfrm flipV="1">
            <a:off x="7017537" y="3573722"/>
            <a:ext cx="140664" cy="528484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29FDCF-B355-1570-86CB-F823B2B35E48}"/>
              </a:ext>
            </a:extLst>
          </p:cNvPr>
          <p:cNvCxnSpPr>
            <a:cxnSpLocks/>
          </p:cNvCxnSpPr>
          <p:nvPr/>
        </p:nvCxnSpPr>
        <p:spPr>
          <a:xfrm flipV="1">
            <a:off x="5973097" y="3287325"/>
            <a:ext cx="0" cy="444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0B60708-61D4-07F6-45A4-69C651E6024C}"/>
              </a:ext>
            </a:extLst>
          </p:cNvPr>
          <p:cNvCxnSpPr>
            <a:cxnSpLocks/>
          </p:cNvCxnSpPr>
          <p:nvPr/>
        </p:nvCxnSpPr>
        <p:spPr>
          <a:xfrm flipV="1">
            <a:off x="6958617" y="2411776"/>
            <a:ext cx="0" cy="44491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57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36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Atiyeh Ahmadi</dc:creator>
  <cp:lastModifiedBy>Atiyeh Ahmadi</cp:lastModifiedBy>
  <cp:revision>3</cp:revision>
  <dcterms:created xsi:type="dcterms:W3CDTF">2022-07-05T18:45:07Z</dcterms:created>
  <dcterms:modified xsi:type="dcterms:W3CDTF">2022-07-05T18:59:47Z</dcterms:modified>
</cp:coreProperties>
</file>